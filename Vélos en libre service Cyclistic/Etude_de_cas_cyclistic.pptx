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4" r:id="rId2"/>
    <p:sldId id="273" r:id="rId3"/>
    <p:sldId id="275" r:id="rId4"/>
    <p:sldId id="257" r:id="rId5"/>
    <p:sldId id="260" r:id="rId6"/>
    <p:sldId id="262" r:id="rId7"/>
    <p:sldId id="265" r:id="rId8"/>
    <p:sldId id="263" r:id="rId9"/>
    <p:sldId id="268" r:id="rId10"/>
    <p:sldId id="266" r:id="rId11"/>
    <p:sldId id="271" r:id="rId12"/>
    <p:sldId id="272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Mes%20projets\Etudes%20de%20cas%20formation%20Data%20Analyst\Velo%20en%20libre%20service\bdd_nettoy&#233;e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0421455146186603"/>
          <c:y val="0.13577323923478024"/>
          <c:w val="0.86479396325459312"/>
          <c:h val="0.70993839311752693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7-41E7-BAC5-D6E710D28DE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B87-41E7-BAC5-D6E710D28DEA}"/>
              </c:ext>
            </c:extLst>
          </c:dPt>
          <c:cat>
            <c:strRef>
              <c:f>'monthly summary'!$D$1:$G$1</c:f>
              <c:strCache>
                <c:ptCount val="4"/>
                <c:pt idx="0">
                  <c:v>% classic</c:v>
                </c:pt>
                <c:pt idx="1">
                  <c:v>% Elec</c:v>
                </c:pt>
                <c:pt idx="2">
                  <c:v>% casual</c:v>
                </c:pt>
                <c:pt idx="3">
                  <c:v>% member</c:v>
                </c:pt>
              </c:strCache>
            </c:strRef>
          </c:cat>
          <c:val>
            <c:numRef>
              <c:f>'monthly summary'!$D$2:$G$2</c:f>
              <c:numCache>
                <c:formatCode>0.0%</c:formatCode>
                <c:ptCount val="4"/>
                <c:pt idx="0">
                  <c:v>0.52593404082145445</c:v>
                </c:pt>
                <c:pt idx="1">
                  <c:v>0.47406595917854555</c:v>
                </c:pt>
                <c:pt idx="2" formatCode="0%">
                  <c:v>0.35829244346584338</c:v>
                </c:pt>
                <c:pt idx="3" formatCode="0%">
                  <c:v>0.64170755653415656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87-41E7-BAC5-D6E710D28D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1480093135"/>
        <c:axId val="1480094575"/>
      </c:barChart>
      <c:catAx>
        <c:axId val="1480093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4575"/>
        <c:crosses val="autoZero"/>
        <c:auto val="1"/>
        <c:lblAlgn val="ctr"/>
        <c:lblOffset val="100"/>
        <c:noMultiLvlLbl val="0"/>
      </c:catAx>
      <c:valAx>
        <c:axId val="1480094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0.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800931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summary'!$I$2:$L$2</c:f>
              <c:numCache>
                <c:formatCode>0</c:formatCode>
                <c:ptCount val="4"/>
                <c:pt idx="0">
                  <c:v>655314</c:v>
                </c:pt>
                <c:pt idx="1">
                  <c:v>1095532</c:v>
                </c:pt>
                <c:pt idx="2">
                  <c:v>667951</c:v>
                </c:pt>
                <c:pt idx="3">
                  <c:v>1274457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95-4844-B0B2-9E48A3535AD1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'[bdd_nettoyée.xlsx]monthly summary'!$I$1:$L$1</c:f>
              <c:strCache>
                <c:ptCount val="4"/>
                <c:pt idx="0">
                  <c:v>Casual_elec</c:v>
                </c:pt>
                <c:pt idx="1">
                  <c:v>member_elec</c:v>
                </c:pt>
                <c:pt idx="2">
                  <c:v>casual_classic</c:v>
                </c:pt>
                <c:pt idx="3">
                  <c:v>member_clessic</c:v>
                </c:pt>
              </c:strCache>
            </c:strRef>
          </c:cat>
          <c:val>
            <c:numRef>
              <c:f>'[bdd_nettoyée.xlsx]monthly summary'!$I$3:$L$3</c:f>
              <c:numCache>
                <c:formatCode>0.0%</c:formatCode>
                <c:ptCount val="4"/>
                <c:pt idx="0">
                  <c:v>0.17743539978566328</c:v>
                </c:pt>
                <c:pt idx="1">
                  <c:v>0.29663055939288224</c:v>
                </c:pt>
                <c:pt idx="2">
                  <c:v>0.18085704368018013</c:v>
                </c:pt>
                <c:pt idx="3">
                  <c:v>0.34507699714127432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395-4844-B0B2-9E48A3535A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3812063"/>
        <c:axId val="1473815423"/>
      </c:barChart>
      <c:catAx>
        <c:axId val="1473812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5423"/>
        <c:crosses val="autoZero"/>
        <c:auto val="1"/>
        <c:lblAlgn val="ctr"/>
        <c:lblOffset val="100"/>
        <c:noMultiLvlLbl val="0"/>
      </c:catAx>
      <c:valAx>
        <c:axId val="1473815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47381206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'monthly summary'!$A$16</c:f>
              <c:strCache>
                <c:ptCount val="1"/>
                <c:pt idx="0">
                  <c:v>jour préféré Casual_elec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'monthly summary'!$B$16:$M$16</c:f>
              <c:numCache>
                <c:formatCode>General</c:formatCode>
                <c:ptCount val="12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E6-4CE3-812F-87C9D1CA5CEF}"/>
            </c:ext>
          </c:extLst>
        </c:ser>
        <c:ser>
          <c:idx val="3"/>
          <c:order val="3"/>
          <c:tx>
            <c:strRef>
              <c:f>'monthly summary'!$A$18</c:f>
              <c:strCache>
                <c:ptCount val="1"/>
                <c:pt idx="0">
                  <c:v>jour préféré casual_classic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val>
            <c:numRef>
              <c:f>'monthly summary'!$B$18:$M$18</c:f>
              <c:numCache>
                <c:formatCode>General</c:formatCode>
                <c:ptCount val="12"/>
                <c:pt idx="0">
                  <c:v>3</c:v>
                </c:pt>
                <c:pt idx="1">
                  <c:v>2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E6-4CE3-812F-87C9D1CA5CEF}"/>
            </c:ext>
          </c:extLst>
        </c:ser>
        <c:ser>
          <c:idx val="5"/>
          <c:order val="5"/>
          <c:tx>
            <c:strRef>
              <c:f>'monthly summary'!$A$20</c:f>
              <c:strCache>
                <c:ptCount val="1"/>
                <c:pt idx="0">
                  <c:v>jour préféré member_elec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val>
            <c:numRef>
              <c:f>'monthly summary'!$B$20:$M$20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E6-4CE3-812F-87C9D1CA5CEF}"/>
            </c:ext>
          </c:extLst>
        </c:ser>
        <c:ser>
          <c:idx val="7"/>
          <c:order val="7"/>
          <c:tx>
            <c:strRef>
              <c:f>'monthly summary'!$A$22</c:f>
              <c:strCache>
                <c:ptCount val="1"/>
                <c:pt idx="0">
                  <c:v>jour préféré member_clessic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val>
            <c:numRef>
              <c:f>'monthly summary'!$B$22:$M$22</c:f>
              <c:numCache>
                <c:formatCode>General</c:formatCode>
                <c:ptCount val="12"/>
                <c:pt idx="0">
                  <c:v>4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5</c:v>
                </c:pt>
                <c:pt idx="8">
                  <c:v>2</c:v>
                </c:pt>
                <c:pt idx="9">
                  <c:v>4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647953632"/>
        <c:axId val="1647961312"/>
      </c:barChart>
      <c:lineChart>
        <c:grouping val="standard"/>
        <c:varyColors val="0"/>
        <c:ser>
          <c:idx val="0"/>
          <c:order val="0"/>
          <c:tx>
            <c:strRef>
              <c:f>'monthly summary'!$A$15</c:f>
              <c:strCache>
                <c:ptCount val="1"/>
                <c:pt idx="0">
                  <c:v>durée moy trip  Casual_elec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summary'!$B$15:$M$15</c:f>
              <c:numCache>
                <c:formatCode>[h]:mm</c:formatCode>
                <c:ptCount val="12"/>
                <c:pt idx="0">
                  <c:v>6.1861911848462353E-3</c:v>
                </c:pt>
                <c:pt idx="1">
                  <c:v>6.5348100329543279E-3</c:v>
                </c:pt>
                <c:pt idx="2">
                  <c:v>9.2240175969440057E-3</c:v>
                </c:pt>
                <c:pt idx="3">
                  <c:v>9.335232741632277E-3</c:v>
                </c:pt>
                <c:pt idx="4">
                  <c:v>1.0788406763095405E-2</c:v>
                </c:pt>
                <c:pt idx="5">
                  <c:v>1.137739607377071E-2</c:v>
                </c:pt>
                <c:pt idx="6">
                  <c:v>1.1510611963164772E-2</c:v>
                </c:pt>
                <c:pt idx="7">
                  <c:v>1.1418716946253423E-2</c:v>
                </c:pt>
                <c:pt idx="8">
                  <c:v>1.0751385691295324E-2</c:v>
                </c:pt>
                <c:pt idx="9">
                  <c:v>9.5997585011673367E-3</c:v>
                </c:pt>
                <c:pt idx="10">
                  <c:v>8.1461224521890661E-3</c:v>
                </c:pt>
                <c:pt idx="11">
                  <c:v>6.8238070630490463E-3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FE6-4CE3-812F-87C9D1CA5CEF}"/>
            </c:ext>
          </c:extLst>
        </c:ser>
        <c:ser>
          <c:idx val="2"/>
          <c:order val="2"/>
          <c:tx>
            <c:strRef>
              <c:f>'monthly summary'!$A$17</c:f>
              <c:strCache>
                <c:ptCount val="1"/>
                <c:pt idx="0">
                  <c:v>durée moy trip  casual_classic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summary'!$B$17:$M$17</c:f>
              <c:numCache>
                <c:formatCode>[h]:mm</c:formatCode>
                <c:ptCount val="12"/>
                <c:pt idx="0">
                  <c:v>1.3696337820288774E-2</c:v>
                </c:pt>
                <c:pt idx="1">
                  <c:v>1.3895086496671869E-2</c:v>
                </c:pt>
                <c:pt idx="2">
                  <c:v>1.8042993472060311E-2</c:v>
                </c:pt>
                <c:pt idx="3">
                  <c:v>1.9002070085490028E-2</c:v>
                </c:pt>
                <c:pt idx="4">
                  <c:v>2.1394674625072212E-2</c:v>
                </c:pt>
                <c:pt idx="5">
                  <c:v>2.1078379379079949E-2</c:v>
                </c:pt>
                <c:pt idx="6">
                  <c:v>2.1433386343842255E-2</c:v>
                </c:pt>
                <c:pt idx="7">
                  <c:v>2.1167639525929208E-2</c:v>
                </c:pt>
                <c:pt idx="8">
                  <c:v>1.991588668776299E-2</c:v>
                </c:pt>
                <c:pt idx="9">
                  <c:v>1.9456732787383597E-2</c:v>
                </c:pt>
                <c:pt idx="10">
                  <c:v>1.6859908294075476E-2</c:v>
                </c:pt>
                <c:pt idx="11">
                  <c:v>1.5036751443811017E-2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FE6-4CE3-812F-87C9D1CA5CEF}"/>
            </c:ext>
          </c:extLst>
        </c:ser>
        <c:ser>
          <c:idx val="4"/>
          <c:order val="4"/>
          <c:tx>
            <c:strRef>
              <c:f>'monthly summary'!$A$19</c:f>
              <c:strCache>
                <c:ptCount val="1"/>
                <c:pt idx="0">
                  <c:v>durée moy trip  member_elec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summary'!$B$19:$M$19</c:f>
              <c:numCache>
                <c:formatCode>[h]:mm</c:formatCode>
                <c:ptCount val="12"/>
                <c:pt idx="0">
                  <c:v>6.0276743955077058E-3</c:v>
                </c:pt>
                <c:pt idx="1">
                  <c:v>6.0575922493042843E-3</c:v>
                </c:pt>
                <c:pt idx="2">
                  <c:v>6.8395049613879577E-3</c:v>
                </c:pt>
                <c:pt idx="3">
                  <c:v>6.995074202824937E-3</c:v>
                </c:pt>
                <c:pt idx="4">
                  <c:v>7.4783223791801742E-3</c:v>
                </c:pt>
                <c:pt idx="5">
                  <c:v>7.9729572345766473E-3</c:v>
                </c:pt>
                <c:pt idx="6">
                  <c:v>8.1690507294042945E-3</c:v>
                </c:pt>
                <c:pt idx="7">
                  <c:v>8.257730272958402E-3</c:v>
                </c:pt>
                <c:pt idx="8">
                  <c:v>8.0502838577037484E-3</c:v>
                </c:pt>
                <c:pt idx="9">
                  <c:v>7.4409937206143615E-3</c:v>
                </c:pt>
                <c:pt idx="10">
                  <c:v>7.0584351047129866E-3</c:v>
                </c:pt>
                <c:pt idx="11">
                  <c:v>6.5925206305904168E-3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FE6-4CE3-812F-87C9D1CA5CEF}"/>
            </c:ext>
          </c:extLst>
        </c:ser>
        <c:ser>
          <c:idx val="6"/>
          <c:order val="6"/>
          <c:tx>
            <c:strRef>
              <c:f>'monthly summary'!$A$21</c:f>
              <c:strCache>
                <c:ptCount val="1"/>
                <c:pt idx="0">
                  <c:v>durée moy trip  member_clessic</c:v>
                </c:pt>
              </c:strCache>
            </c:strRef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'monthly summary'!$B$21:$M$21</c:f>
              <c:numCache>
                <c:formatCode>[h]:mm</c:formatCode>
                <c:ptCount val="12"/>
                <c:pt idx="0">
                  <c:v>7.7065136301044399E-3</c:v>
                </c:pt>
                <c:pt idx="1">
                  <c:v>7.6240059291787354E-3</c:v>
                </c:pt>
                <c:pt idx="2">
                  <c:v>8.5447943258343609E-3</c:v>
                </c:pt>
                <c:pt idx="3">
                  <c:v>8.6851379143801401E-3</c:v>
                </c:pt>
                <c:pt idx="4">
                  <c:v>9.3339473688135149E-3</c:v>
                </c:pt>
                <c:pt idx="5">
                  <c:v>9.7622150732864788E-3</c:v>
                </c:pt>
                <c:pt idx="6">
                  <c:v>1.0417640491790656E-2</c:v>
                </c:pt>
                <c:pt idx="7">
                  <c:v>9.7683551243604658E-3</c:v>
                </c:pt>
                <c:pt idx="8">
                  <c:v>9.4639855518680246E-3</c:v>
                </c:pt>
                <c:pt idx="9">
                  <c:v>9.6176065703799038E-3</c:v>
                </c:pt>
                <c:pt idx="10">
                  <c:v>9.8218520621895945E-3</c:v>
                </c:pt>
                <c:pt idx="11">
                  <c:v>1.0123043840566146E-2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FE6-4CE3-812F-87C9D1CA5C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68186176"/>
        <c:axId val="1668169856"/>
      </c:lineChart>
      <c:catAx>
        <c:axId val="166818617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9856"/>
        <c:crosses val="autoZero"/>
        <c:auto val="1"/>
        <c:lblAlgn val="ctr"/>
        <c:lblOffset val="100"/>
        <c:noMultiLvlLbl val="0"/>
      </c:catAx>
      <c:valAx>
        <c:axId val="1668169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[h]:mm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86176"/>
        <c:crosses val="autoZero"/>
        <c:crossBetween val="between"/>
      </c:valAx>
      <c:valAx>
        <c:axId val="164796131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47953632"/>
        <c:crosses val="max"/>
        <c:crossBetween val="between"/>
      </c:valAx>
      <c:catAx>
        <c:axId val="1647953632"/>
        <c:scaling>
          <c:orientation val="minMax"/>
        </c:scaling>
        <c:delete val="1"/>
        <c:axPos val="b"/>
        <c:majorTickMark val="out"/>
        <c:minorTickMark val="none"/>
        <c:tickLblPos val="nextTo"/>
        <c:crossAx val="164796131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'monthly summary'!$A$7</c:f>
              <c:strCache>
                <c:ptCount val="1"/>
                <c:pt idx="0">
                  <c:v>Casual_elec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summary'!$B$7:$M$7</c:f>
              <c:numCache>
                <c:formatCode>General</c:formatCode>
                <c:ptCount val="12"/>
                <c:pt idx="0">
                  <c:v>10523</c:v>
                </c:pt>
                <c:pt idx="1">
                  <c:v>12269</c:v>
                </c:pt>
                <c:pt idx="2">
                  <c:v>30438</c:v>
                </c:pt>
                <c:pt idx="3">
                  <c:v>37600</c:v>
                </c:pt>
                <c:pt idx="4">
                  <c:v>58767</c:v>
                </c:pt>
                <c:pt idx="5">
                  <c:v>83786</c:v>
                </c:pt>
                <c:pt idx="6">
                  <c:v>100030</c:v>
                </c:pt>
                <c:pt idx="7">
                  <c:v>103729</c:v>
                </c:pt>
                <c:pt idx="8">
                  <c:v>91735</c:v>
                </c:pt>
                <c:pt idx="9">
                  <c:v>77369</c:v>
                </c:pt>
                <c:pt idx="10">
                  <c:v>37183</c:v>
                </c:pt>
                <c:pt idx="11">
                  <c:v>11885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90-4129-95ED-06D7DDAF8B60}"/>
            </c:ext>
          </c:extLst>
        </c:ser>
        <c:ser>
          <c:idx val="1"/>
          <c:order val="1"/>
          <c:tx>
            <c:strRef>
              <c:f>'monthly summary'!$A$8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summary'!$B$8:$M$8</c:f>
              <c:numCache>
                <c:formatCode>0.00%</c:formatCode>
                <c:ptCount val="12"/>
                <c:pt idx="0">
                  <c:v>2.8492489279101844E-3</c:v>
                </c:pt>
                <c:pt idx="1">
                  <c:v>3.3220027650413429E-3</c:v>
                </c:pt>
                <c:pt idx="2">
                  <c:v>8.2415127689565888E-3</c:v>
                </c:pt>
                <c:pt idx="3">
                  <c:v>1.0180724098586233E-2</c:v>
                </c:pt>
                <c:pt idx="4">
                  <c:v>1.5911984391000455E-2</c:v>
                </c:pt>
                <c:pt idx="5">
                  <c:v>2.2686227375642184E-2</c:v>
                </c:pt>
                <c:pt idx="6">
                  <c:v>2.7084516797382472E-2</c:v>
                </c:pt>
                <c:pt idx="7">
                  <c:v>2.8086072606974769E-2</c:v>
                </c:pt>
                <c:pt idx="8">
                  <c:v>2.4838529925101278E-2</c:v>
                </c:pt>
                <c:pt idx="9">
                  <c:v>2.0948735180412719E-2</c:v>
                </c:pt>
                <c:pt idx="10">
                  <c:v>1.0067815536109892E-2</c:v>
                </c:pt>
                <c:pt idx="11">
                  <c:v>3.2180294125451433E-3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990-4129-95ED-06D7DDAF8B60}"/>
            </c:ext>
          </c:extLst>
        </c:ser>
        <c:ser>
          <c:idx val="2"/>
          <c:order val="2"/>
          <c:tx>
            <c:strRef>
              <c:f>'monthly summary'!$A$9</c:f>
              <c:strCache>
                <c:ptCount val="1"/>
                <c:pt idx="0">
                  <c:v>casual_classic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summary'!$B$9:$M$9</c:f>
              <c:numCache>
                <c:formatCode>General</c:formatCode>
                <c:ptCount val="12"/>
                <c:pt idx="0">
                  <c:v>6587</c:v>
                </c:pt>
                <c:pt idx="1">
                  <c:v>7363</c:v>
                </c:pt>
                <c:pt idx="2">
                  <c:v>31235</c:v>
                </c:pt>
                <c:pt idx="3">
                  <c:v>39404</c:v>
                </c:pt>
                <c:pt idx="4">
                  <c:v>66868</c:v>
                </c:pt>
                <c:pt idx="5">
                  <c:v>109377</c:v>
                </c:pt>
                <c:pt idx="6">
                  <c:v>108710</c:v>
                </c:pt>
                <c:pt idx="7">
                  <c:v>117471</c:v>
                </c:pt>
                <c:pt idx="8">
                  <c:v>80765</c:v>
                </c:pt>
                <c:pt idx="9">
                  <c:v>66161</c:v>
                </c:pt>
                <c:pt idx="10">
                  <c:v>27060</c:v>
                </c:pt>
                <c:pt idx="11">
                  <c:v>6950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990-4129-95ED-06D7DDAF8B60}"/>
            </c:ext>
          </c:extLst>
        </c:ser>
        <c:ser>
          <c:idx val="3"/>
          <c:order val="3"/>
          <c:tx>
            <c:strRef>
              <c:f>'monthly summary'!$A$10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summary'!$B$10:$M$10</c:f>
              <c:numCache>
                <c:formatCode>0.00%</c:formatCode>
                <c:ptCount val="12"/>
                <c:pt idx="0">
                  <c:v>1.7835220648241361E-3</c:v>
                </c:pt>
                <c:pt idx="1">
                  <c:v>1.9936348813268732E-3</c:v>
                </c:pt>
                <c:pt idx="2">
                  <c:v>8.4573116281739628E-3</c:v>
                </c:pt>
                <c:pt idx="3">
                  <c:v>1.0669182244167338E-2</c:v>
                </c:pt>
                <c:pt idx="4">
                  <c:v>1.8105443059155964E-2</c:v>
                </c:pt>
                <c:pt idx="5">
                  <c:v>2.9615347333273045E-2</c:v>
                </c:pt>
                <c:pt idx="6">
                  <c:v>2.9434747786098656E-2</c:v>
                </c:pt>
                <c:pt idx="7">
                  <c:v>2.1868249516550989E-2</c:v>
                </c:pt>
                <c:pt idx="8">
                  <c:v>1.7914012954429889E-2</c:v>
                </c:pt>
                <c:pt idx="9">
                  <c:v>7.3268721837165818E-3</c:v>
                </c:pt>
                <c:pt idx="10">
                  <c:v>7.3268721837165818E-3</c:v>
                </c:pt>
                <c:pt idx="11">
                  <c:v>1.8818093746057001E-3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990-4129-95ED-06D7DDAF8B60}"/>
            </c:ext>
          </c:extLst>
        </c:ser>
        <c:ser>
          <c:idx val="4"/>
          <c:order val="4"/>
          <c:tx>
            <c:strRef>
              <c:f>'monthly summary'!$A$11</c:f>
              <c:strCache>
                <c:ptCount val="1"/>
                <c:pt idx="0">
                  <c:v>member_elec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summary'!$B$11:$M$11</c:f>
              <c:numCache>
                <c:formatCode>General</c:formatCode>
                <c:ptCount val="12"/>
                <c:pt idx="0">
                  <c:v>41168</c:v>
                </c:pt>
                <c:pt idx="1">
                  <c:v>44604</c:v>
                </c:pt>
                <c:pt idx="2">
                  <c:v>68642</c:v>
                </c:pt>
                <c:pt idx="3">
                  <c:v>82925</c:v>
                </c:pt>
                <c:pt idx="4">
                  <c:v>96330</c:v>
                </c:pt>
                <c:pt idx="5">
                  <c:v>109462</c:v>
                </c:pt>
                <c:pt idx="6">
                  <c:v>129991</c:v>
                </c:pt>
                <c:pt idx="7">
                  <c:v>131528</c:v>
                </c:pt>
                <c:pt idx="8">
                  <c:v>137439</c:v>
                </c:pt>
                <c:pt idx="9">
                  <c:v>131177</c:v>
                </c:pt>
                <c:pt idx="10">
                  <c:v>82729</c:v>
                </c:pt>
                <c:pt idx="11">
                  <c:v>39537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990-4129-95ED-06D7DDAF8B60}"/>
            </c:ext>
          </c:extLst>
        </c:ser>
        <c:ser>
          <c:idx val="5"/>
          <c:order val="5"/>
          <c:tx>
            <c:strRef>
              <c:f>'monthly summary'!$A$12</c:f>
              <c:strCache>
                <c:ptCount val="1"/>
                <c:pt idx="0">
                  <c:v>% total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summary'!$B$12:$M$12</c:f>
              <c:numCache>
                <c:formatCode>0.00%</c:formatCode>
                <c:ptCount val="12"/>
                <c:pt idx="0">
                  <c:v>1.1146809832196757E-2</c:v>
                </c:pt>
                <c:pt idx="1">
                  <c:v>1.2077154725886712E-2</c:v>
                </c:pt>
                <c:pt idx="2">
                  <c:v>1.8585778286573304E-2</c:v>
                </c:pt>
                <c:pt idx="3">
                  <c:v>2.245309962434211E-2</c:v>
                </c:pt>
                <c:pt idx="4">
                  <c:v>2.6082690223851377E-2</c:v>
                </c:pt>
                <c:pt idx="5">
                  <c:v>2.963836226807038E-2</c:v>
                </c:pt>
                <c:pt idx="6">
                  <c:v>3.519687516753519E-2</c:v>
                </c:pt>
                <c:pt idx="7">
                  <c:v>3.5613039341458777E-2</c:v>
                </c:pt>
                <c:pt idx="8">
                  <c:v>3.7213524983659395E-2</c:v>
                </c:pt>
                <c:pt idx="9">
                  <c:v>3.5518001198942724E-2</c:v>
                </c:pt>
                <c:pt idx="10">
                  <c:v>2.2400029892338844E-2</c:v>
                </c:pt>
                <c:pt idx="11">
                  <c:v>1.0705193848026699E-2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990-4129-95ED-06D7DDAF8B60}"/>
            </c:ext>
          </c:extLst>
        </c:ser>
        <c:ser>
          <c:idx val="6"/>
          <c:order val="6"/>
          <c:tx>
            <c:strRef>
              <c:f>'monthly summary'!$A$13</c:f>
              <c:strCache>
                <c:ptCount val="1"/>
                <c:pt idx="0">
                  <c:v>member_clessic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summary'!$B$13:$M$13</c:f>
              <c:numCache>
                <c:formatCode>General</c:formatCode>
                <c:ptCount val="12"/>
                <c:pt idx="0">
                  <c:v>42962</c:v>
                </c:pt>
                <c:pt idx="1">
                  <c:v>45333</c:v>
                </c:pt>
                <c:pt idx="2">
                  <c:v>79525</c:v>
                </c:pt>
                <c:pt idx="3">
                  <c:v>98927</c:v>
                </c:pt>
                <c:pt idx="4">
                  <c:v>118669</c:v>
                </c:pt>
                <c:pt idx="5">
                  <c:v>143738</c:v>
                </c:pt>
                <c:pt idx="6">
                  <c:v>155562</c:v>
                </c:pt>
                <c:pt idx="7">
                  <c:v>162805</c:v>
                </c:pt>
                <c:pt idx="8">
                  <c:v>157942</c:v>
                </c:pt>
                <c:pt idx="9">
                  <c:v>140076</c:v>
                </c:pt>
                <c:pt idx="10">
                  <c:v>88038</c:v>
                </c:pt>
                <c:pt idx="11">
                  <c:v>37786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912416"/>
        <c:axId val="74914336"/>
      </c:barChart>
      <c:lineChart>
        <c:grouping val="standard"/>
        <c:varyColors val="0"/>
        <c:ser>
          <c:idx val="7"/>
          <c:order val="7"/>
          <c:tx>
            <c:strRef>
              <c:f>'monthly summary'!$A$14</c:f>
              <c:strCache>
                <c:ptCount val="1"/>
                <c:pt idx="0">
                  <c:v>% total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'monthly summary'!$B$6:$M$6</c:f>
              <c:strCache>
                <c:ptCount val="12"/>
                <c:pt idx="0">
                  <c:v>Janvier</c:v>
                </c:pt>
                <c:pt idx="1">
                  <c:v>Février</c:v>
                </c:pt>
                <c:pt idx="2">
                  <c:v>Mars</c:v>
                </c:pt>
                <c:pt idx="3">
                  <c:v>Avril</c:v>
                </c:pt>
                <c:pt idx="4">
                  <c:v>Mai</c:v>
                </c:pt>
                <c:pt idx="5">
                  <c:v>Juin</c:v>
                </c:pt>
                <c:pt idx="6">
                  <c:v>Juillet</c:v>
                </c:pt>
                <c:pt idx="7">
                  <c:v>Août</c:v>
                </c:pt>
                <c:pt idx="8">
                  <c:v>Septembre</c:v>
                </c:pt>
                <c:pt idx="9">
                  <c:v>Octobre</c:v>
                </c:pt>
                <c:pt idx="10">
                  <c:v>Novembre</c:v>
                </c:pt>
                <c:pt idx="11">
                  <c:v>Décembre</c:v>
                </c:pt>
              </c:strCache>
            </c:strRef>
          </c:cat>
          <c:val>
            <c:numRef>
              <c:f>'monthly summary'!$B$14:$M$14</c:f>
              <c:numCache>
                <c:formatCode>0.00%</c:formatCode>
                <c:ptCount val="12"/>
                <c:pt idx="0">
                  <c:v>1.1632560338389939E-2</c:v>
                </c:pt>
                <c:pt idx="1">
                  <c:v>1.2274541637266215E-2</c:v>
                </c:pt>
                <c:pt idx="2">
                  <c:v>2.1532502232448677E-2</c:v>
                </c:pt>
                <c:pt idx="3">
                  <c:v>2.6785864172894688E-2</c:v>
                </c:pt>
                <c:pt idx="4">
                  <c:v>3.2131285852530042E-2</c:v>
                </c:pt>
                <c:pt idx="5">
                  <c:v>3.8919067034111382E-2</c:v>
                </c:pt>
                <c:pt idx="6">
                  <c:v>4.2120579846390199E-2</c:v>
                </c:pt>
                <c:pt idx="7">
                  <c:v>4.4081723055062014E-2</c:v>
                </c:pt>
                <c:pt idx="8">
                  <c:v>4.2764998020715608E-2</c:v>
                </c:pt>
                <c:pt idx="9">
                  <c:v>3.7927529490254394E-2</c:v>
                </c:pt>
                <c:pt idx="10">
                  <c:v>2.3837515643386563E-2</c:v>
                </c:pt>
                <c:pt idx="11">
                  <c:v>1.0231086191201579E-2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990-4129-95ED-06D7DDAF8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913376"/>
        <c:axId val="74912896"/>
      </c:lineChart>
      <c:catAx>
        <c:axId val="749124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4336"/>
        <c:crosses val="autoZero"/>
        <c:auto val="1"/>
        <c:lblAlgn val="ctr"/>
        <c:lblOffset val="100"/>
        <c:noMultiLvlLbl val="0"/>
      </c:catAx>
      <c:valAx>
        <c:axId val="7491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2416"/>
        <c:crosses val="autoZero"/>
        <c:crossBetween val="between"/>
      </c:valAx>
      <c:valAx>
        <c:axId val="74912896"/>
        <c:scaling>
          <c:orientation val="minMax"/>
        </c:scaling>
        <c:delete val="0"/>
        <c:axPos val="r"/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74913376"/>
        <c:crosses val="max"/>
        <c:crossBetween val="between"/>
      </c:valAx>
      <c:catAx>
        <c:axId val="7491337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4912896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egendEntry>
        <c:idx val="1"/>
        <c:delete val="1"/>
      </c:legendEntry>
      <c:legendEntry>
        <c:idx val="3"/>
        <c:delete val="1"/>
      </c:legendEntry>
      <c:legendEntry>
        <c:idx val="5"/>
        <c:delete val="1"/>
      </c:legendEntry>
      <c:legendEntry>
        <c:idx val="7"/>
        <c:delete val="1"/>
      </c:legendEntry>
      <c:layout>
        <c:manualLayout>
          <c:xMode val="edge"/>
          <c:yMode val="edge"/>
          <c:x val="0.11619842352290635"/>
          <c:y val="0.92189863651369786"/>
          <c:w val="0.83192883968721965"/>
          <c:h val="7.810136348630214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[bdd_nettoyée.xlsx]TCD_total_entrées!Tableau croisé dynamique3</c:name>
    <c:fmtId val="10"/>
  </c:pivotSource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5.2131618418977572E-2"/>
          <c:y val="7.7297148894350062E-2"/>
          <c:w val="0.89853604209499516"/>
          <c:h val="0.642808992675415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TCD_total_entrées!$B$1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TCD_total_entrées!$A$2:$A$1890</c:f>
              <c:strCache>
                <c:ptCount val="1888"/>
                <c:pt idx="0">
                  <c:v>Public Rack - Springfield &amp; 71st</c:v>
                </c:pt>
                <c:pt idx="1">
                  <c:v>900 W Harrison St</c:v>
                </c:pt>
                <c:pt idx="2">
                  <c:v>Halsted St &amp; 21st St</c:v>
                </c:pt>
                <c:pt idx="3">
                  <c:v>Public Rack - Cicero Ave &amp; Wellington Ave</c:v>
                </c:pt>
                <c:pt idx="4">
                  <c:v>Streeter Dr/Grand Ave</c:v>
                </c:pt>
                <c:pt idx="5">
                  <c:v>Public Rack - Pulaski Rd &amp; Grenshaw St</c:v>
                </c:pt>
                <c:pt idx="6">
                  <c:v>Clark St &amp; Wrightwood Ave</c:v>
                </c:pt>
                <c:pt idx="7">
                  <c:v>Public Rack - Melvina Ave &amp; Belmont Ave</c:v>
                </c:pt>
                <c:pt idx="8">
                  <c:v>Southport Ave &amp; Clybourn Ave</c:v>
                </c:pt>
                <c:pt idx="9">
                  <c:v>Cicero Ave &amp; Wellington Ave</c:v>
                </c:pt>
                <c:pt idx="10">
                  <c:v>Homan Ave &amp; 77th St</c:v>
                </c:pt>
                <c:pt idx="11">
                  <c:v>Racine Ave &amp; 18th St</c:v>
                </c:pt>
                <c:pt idx="12">
                  <c:v>Public Rack - Kedzie Ave &amp; 58th St</c:v>
                </c:pt>
                <c:pt idx="13">
                  <c:v>Lincoln Ave &amp; Sunnyside Ave</c:v>
                </c:pt>
                <c:pt idx="14">
                  <c:v>Evanston Civic Center</c:v>
                </c:pt>
                <c:pt idx="15">
                  <c:v>Public Rack - Eberhart Ave &amp; 131st St</c:v>
                </c:pt>
                <c:pt idx="16">
                  <c:v>Ashland Ave &amp; Belle Plaine Ave</c:v>
                </c:pt>
                <c:pt idx="17">
                  <c:v>Halsted St &amp; Willow St</c:v>
                </c:pt>
                <c:pt idx="18">
                  <c:v>Damen Ave/Coulter St</c:v>
                </c:pt>
                <c:pt idx="19">
                  <c:v>Public Rack - Strohacker Park</c:v>
                </c:pt>
                <c:pt idx="20">
                  <c:v>Eggleston Ave &amp; 111th St</c:v>
                </c:pt>
                <c:pt idx="21">
                  <c:v>Public Rack - Lawndale Ave &amp; Roosevelt</c:v>
                </c:pt>
                <c:pt idx="22">
                  <c:v>Kilbourn Ave &amp; Milwaukee Ave</c:v>
                </c:pt>
                <c:pt idx="23">
                  <c:v>Racine Ave &amp; Congress Pkwy</c:v>
                </c:pt>
                <c:pt idx="24">
                  <c:v>Lincoln Ave &amp; Waveland Ave</c:v>
                </c:pt>
                <c:pt idx="25">
                  <c:v>Public Rack - Western Ave &amp; 107th St</c:v>
                </c:pt>
                <c:pt idx="26">
                  <c:v>Public Rack - Saginaw Ave &amp; 93rd St</c:v>
                </c:pt>
                <c:pt idx="27">
                  <c:v>Ashland Ave &amp; McDowell Ave</c:v>
                </c:pt>
                <c:pt idx="28">
                  <c:v>Kostner Ave &amp; Wrightwood Ave</c:v>
                </c:pt>
                <c:pt idx="29">
                  <c:v>Public Rack - Avers Ave &amp; Archer Ave</c:v>
                </c:pt>
                <c:pt idx="30">
                  <c:v>Public Rack - Christiana Ave &amp; Bryn Mawr Ave</c:v>
                </c:pt>
                <c:pt idx="31">
                  <c:v>Midway Orange Line</c:v>
                </c:pt>
                <c:pt idx="32">
                  <c:v>Halsted St &amp; 83rd St</c:v>
                </c:pt>
                <c:pt idx="33">
                  <c:v>Kildare Ave &amp; Chicago Ave</c:v>
                </c:pt>
                <c:pt idx="34">
                  <c:v>Spaulding Ave &amp; 16th St</c:v>
                </c:pt>
                <c:pt idx="35">
                  <c:v>Virginia Ave &amp; Catalpa Ave</c:v>
                </c:pt>
                <c:pt idx="36">
                  <c:v>Public Rack - Northwest Hwy &amp; Neva Ave</c:v>
                </c:pt>
                <c:pt idx="37">
                  <c:v>Oakley Ave &amp; Irving Park Rd</c:v>
                </c:pt>
                <c:pt idx="38">
                  <c:v>Cicero Ave &amp; Flournoy St</c:v>
                </c:pt>
                <c:pt idx="39">
                  <c:v>Public Rack - Pulaski Rd &amp; 83rd St</c:v>
                </c:pt>
                <c:pt idx="40">
                  <c:v>Hermitage Ave &amp; Polk St</c:v>
                </c:pt>
                <c:pt idx="41">
                  <c:v>Emerald Ave &amp; 31st St</c:v>
                </c:pt>
                <c:pt idx="42">
                  <c:v>DuSable Lake Shore Dr &amp; Wellington Ave</c:v>
                </c:pt>
                <c:pt idx="43">
                  <c:v>Public Rack - Western Ave &amp; 111th St - SE</c:v>
                </c:pt>
                <c:pt idx="44">
                  <c:v>Public Rack - Jeffery Blvd &amp; 83rd St</c:v>
                </c:pt>
                <c:pt idx="45">
                  <c:v>Public Rack - 53rd St &amp; Indiana Ave</c:v>
                </c:pt>
                <c:pt idx="46">
                  <c:v>Kilbourn Ave &amp; Diversey Ave</c:v>
                </c:pt>
                <c:pt idx="47">
                  <c:v>Public Rack - Halsted St &amp; 80th St</c:v>
                </c:pt>
                <c:pt idx="48">
                  <c:v>Clark/Racine</c:v>
                </c:pt>
                <c:pt idx="49">
                  <c:v>Lamon Ave &amp; Armitage Ave</c:v>
                </c:pt>
                <c:pt idx="50">
                  <c:v>Blue Island Ave &amp; 18th St</c:v>
                </c:pt>
                <c:pt idx="51">
                  <c:v>Damen Ave &amp; Pershing Rd</c:v>
                </c:pt>
                <c:pt idx="52">
                  <c:v>Racine Ave &amp; Garfield Blvd</c:v>
                </c:pt>
                <c:pt idx="53">
                  <c:v>Lynch Ave &amp; Elston Ave</c:v>
                </c:pt>
                <c:pt idx="54">
                  <c:v>Ashland Ave &amp; 13th St</c:v>
                </c:pt>
                <c:pt idx="55">
                  <c:v>Karlov Ave &amp; Fillmore St</c:v>
                </c:pt>
                <c:pt idx="56">
                  <c:v>Public Rack - Hamlin Ave &amp; Madison St</c:v>
                </c:pt>
                <c:pt idx="57">
                  <c:v>Ping Tom Park (East)</c:v>
                </c:pt>
                <c:pt idx="58">
                  <c:v>Hampden Ct &amp; Diversey Ave</c:v>
                </c:pt>
                <c:pt idx="59">
                  <c:v>Paulina St &amp; Flournoy St</c:v>
                </c:pt>
                <c:pt idx="60">
                  <c:v>State St &amp; Harrison St</c:v>
                </c:pt>
                <c:pt idx="61">
                  <c:v>Clinton St &amp; 18th St</c:v>
                </c:pt>
                <c:pt idx="62">
                  <c:v>Franklin St &amp; Monroe St</c:v>
                </c:pt>
                <c:pt idx="63">
                  <c:v>Campbell Ave &amp; Fullerton Ave</c:v>
                </c:pt>
                <c:pt idx="64">
                  <c:v>Addison/Racine Corral</c:v>
                </c:pt>
                <c:pt idx="65">
                  <c:v>Lake Park Ave &amp; 53rd St</c:v>
                </c:pt>
                <c:pt idx="66">
                  <c:v>Rockwell St &amp; Fletcher St</c:v>
                </c:pt>
                <c:pt idx="67">
                  <c:v>Dearborn St &amp; Division St</c:v>
                </c:pt>
                <c:pt idx="68">
                  <c:v>Central Park Ave &amp; Washington Blvd</c:v>
                </c:pt>
                <c:pt idx="69">
                  <c:v>Kilbourn Ave &amp; Belden Ave</c:v>
                </c:pt>
                <c:pt idx="70">
                  <c:v>Wentworth Ave &amp; 63rd St</c:v>
                </c:pt>
                <c:pt idx="71">
                  <c:v>Yates Blvd &amp; 75th St</c:v>
                </c:pt>
                <c:pt idx="72">
                  <c:v>Carpenter St &amp; Fulton St</c:v>
                </c:pt>
                <c:pt idx="73">
                  <c:v>Ada St &amp; Washington Blvd</c:v>
                </c:pt>
                <c:pt idx="74">
                  <c:v>Public Rack - Emerald Ave &amp; 43rd St</c:v>
                </c:pt>
                <c:pt idx="75">
                  <c:v>Clark St &amp; Lincoln Ave</c:v>
                </c:pt>
                <c:pt idx="76">
                  <c:v>Public Rack - Harriet E Sayre Public School</c:v>
                </c:pt>
                <c:pt idx="77">
                  <c:v>Damen Ave &amp; Madison St</c:v>
                </c:pt>
                <c:pt idx="78">
                  <c:v>Narragansett Ave &amp; School St</c:v>
                </c:pt>
                <c:pt idx="79">
                  <c:v>Maplewood Ave &amp; Peterson Ave</c:v>
                </c:pt>
                <c:pt idx="80">
                  <c:v>Public Rack - Keating &amp; Peterson</c:v>
                </c:pt>
                <c:pt idx="81">
                  <c:v>South Shore Dr &amp; 74th St</c:v>
                </c:pt>
                <c:pt idx="82">
                  <c:v>Archer Ave &amp; 43rd St</c:v>
                </c:pt>
                <c:pt idx="83">
                  <c:v>Damen Ave &amp; 33rd St</c:v>
                </c:pt>
                <c:pt idx="84">
                  <c:v>Green St &amp; Lake St </c:v>
                </c:pt>
                <c:pt idx="85">
                  <c:v>LaSalle St &amp; Jackson Blvd Corral</c:v>
                </c:pt>
                <c:pt idx="86">
                  <c:v>Public Rack - Fullerton Ave &amp; Lavergne Ave</c:v>
                </c:pt>
                <c:pt idx="87">
                  <c:v>Public Rack - Lake Park Ave &amp; 44th St</c:v>
                </c:pt>
                <c:pt idx="88">
                  <c:v>Damen Ave &amp; Ohio St</c:v>
                </c:pt>
                <c:pt idx="89">
                  <c:v>Addison Red Line</c:v>
                </c:pt>
                <c:pt idx="90">
                  <c:v>Shore Dr &amp; 55th St</c:v>
                </c:pt>
                <c:pt idx="91">
                  <c:v>Elston Ave &amp; Henderson St</c:v>
                </c:pt>
                <c:pt idx="92">
                  <c:v>Leavitt St &amp; Division St</c:v>
                </c:pt>
                <c:pt idx="93">
                  <c:v>Public Rack - Cottage Grove Ave &amp; 92nd St</c:v>
                </c:pt>
                <c:pt idx="94">
                  <c:v>Public Rack - 63rd St and Nagle Ave</c:v>
                </c:pt>
                <c:pt idx="95">
                  <c:v>Public Rack - Buffalo Ave &amp; 133rd St</c:v>
                </c:pt>
                <c:pt idx="96">
                  <c:v>Sacramento Ave &amp; 51st St</c:v>
                </c:pt>
                <c:pt idx="97">
                  <c:v>Sayre Ave &amp; Diversey Ave</c:v>
                </c:pt>
                <c:pt idx="98">
                  <c:v>Ashland Ave &amp; 78th St</c:v>
                </c:pt>
                <c:pt idx="99">
                  <c:v>Halsted St &amp; 59th St</c:v>
                </c:pt>
                <c:pt idx="100">
                  <c:v>Public Rack - Exchange Ave &amp; 73rd Pl</c:v>
                </c:pt>
                <c:pt idx="101">
                  <c:v>Field Museum</c:v>
                </c:pt>
                <c:pt idx="102">
                  <c:v>Lincoln Ave &amp; Peterson Ave</c:v>
                </c:pt>
                <c:pt idx="103">
                  <c:v>Bernard St &amp; Peterson Ave</c:v>
                </c:pt>
                <c:pt idx="104">
                  <c:v>Narragansett Ave &amp; North Ave</c:v>
                </c:pt>
                <c:pt idx="105">
                  <c:v>Panama Ave &amp; Grace St</c:v>
                </c:pt>
                <c:pt idx="106">
                  <c:v>Waveland/Racine Corral</c:v>
                </c:pt>
                <c:pt idx="107">
                  <c:v>Halsted St &amp; 119th St</c:v>
                </c:pt>
                <c:pt idx="108">
                  <c:v>Orleans St &amp; Hubbard St</c:v>
                </c:pt>
                <c:pt idx="109">
                  <c:v>State St &amp; 19th St</c:v>
                </c:pt>
                <c:pt idx="110">
                  <c:v>Stockton Dr &amp; Wrightwood Ave</c:v>
                </c:pt>
                <c:pt idx="111">
                  <c:v>Wolcott (Ravenswood) Ave &amp; Montrose Ave</c:v>
                </c:pt>
                <c:pt idx="112">
                  <c:v>Halsted St &amp; 37th St</c:v>
                </c:pt>
                <c:pt idx="113">
                  <c:v>Kenton Ave &amp; Madison St</c:v>
                </c:pt>
                <c:pt idx="114">
                  <c:v>Vernon Ave &amp; 75th St</c:v>
                </c:pt>
                <c:pt idx="115">
                  <c:v>Clark St &amp; Washington St</c:v>
                </c:pt>
                <c:pt idx="116">
                  <c:v>Drexel Ave &amp; 60th St</c:v>
                </c:pt>
                <c:pt idx="117">
                  <c:v>Public Rack - N. Oakview and W. Gregory St</c:v>
                </c:pt>
                <c:pt idx="118">
                  <c:v>Pulaski Rd &amp; Ann Lurie Pl</c:v>
                </c:pt>
                <c:pt idx="119">
                  <c:v>State St &amp; 123rd St</c:v>
                </c:pt>
                <c:pt idx="120">
                  <c:v>Whipple St &amp; Roosevelt Rd</c:v>
                </c:pt>
                <c:pt idx="121">
                  <c:v>Clinton St &amp; Lake St</c:v>
                </c:pt>
                <c:pt idx="122">
                  <c:v>Eastlake Ter &amp; Howard St</c:v>
                </c:pt>
                <c:pt idx="123">
                  <c:v>Public Rack - Homewood Ave &amp; Monterey Ave</c:v>
                </c:pt>
                <c:pt idx="124">
                  <c:v>W Washington Blvd &amp; N Peoria St</c:v>
                </c:pt>
                <c:pt idx="125">
                  <c:v>Canal St &amp; Madison St</c:v>
                </c:pt>
                <c:pt idx="126">
                  <c:v>Public Rack - Ave N &amp; 106th St</c:v>
                </c:pt>
                <c:pt idx="127">
                  <c:v>Public Rack - 61st St &amp; Melvina Ave</c:v>
                </c:pt>
                <c:pt idx="128">
                  <c:v>Wolcott Ave &amp; Fargo Ave</c:v>
                </c:pt>
                <c:pt idx="129">
                  <c:v>State St &amp; 111th St</c:v>
                </c:pt>
                <c:pt idx="130">
                  <c:v>Wentworth Ave &amp; 107th St</c:v>
                </c:pt>
                <c:pt idx="131">
                  <c:v>State St &amp; 79th St</c:v>
                </c:pt>
                <c:pt idx="132">
                  <c:v>St. Louis Ave &amp; Balmoral Ave</c:v>
                </c:pt>
                <c:pt idx="133">
                  <c:v>Central Park Ave &amp; Ogden Ave</c:v>
                </c:pt>
                <c:pt idx="134">
                  <c:v>Greenwood Ave &amp; 47th St</c:v>
                </c:pt>
                <c:pt idx="135">
                  <c:v>Delano Ct &amp; Roosevelt Rd</c:v>
                </c:pt>
                <c:pt idx="136">
                  <c:v>Malcolm X College</c:v>
                </c:pt>
                <c:pt idx="137">
                  <c:v>Stewart Ave &amp; 63rd St</c:v>
                </c:pt>
                <c:pt idx="138">
                  <c:v>Public Rack - Lavergne Ave &amp; Belle Plaine Ave</c:v>
                </c:pt>
                <c:pt idx="139">
                  <c:v>Public Rack - Wood St &amp; 47th St</c:v>
                </c:pt>
                <c:pt idx="140">
                  <c:v>Public Rack - Pulaski Rd &amp; 15th St</c:v>
                </c:pt>
                <c:pt idx="141">
                  <c:v>Vernon Ave &amp; 79th St</c:v>
                </c:pt>
                <c:pt idx="142">
                  <c:v>Burnham Harbor</c:v>
                </c:pt>
                <c:pt idx="143">
                  <c:v>Lavergne Ave &amp; 46th St</c:v>
                </c:pt>
                <c:pt idx="144">
                  <c:v>Central Park Ave &amp; North Ave</c:v>
                </c:pt>
                <c:pt idx="145">
                  <c:v>Clark St &amp; Elmdale Ave</c:v>
                </c:pt>
                <c:pt idx="146">
                  <c:v>Kedzie Ave &amp; 38th St</c:v>
                </c:pt>
                <c:pt idx="147">
                  <c:v>Public Rack - Haft Ave &amp; Milwaukee Ave</c:v>
                </c:pt>
                <c:pt idx="148">
                  <c:v>S Aberdeen St &amp; W 106th St</c:v>
                </c:pt>
                <c:pt idx="149">
                  <c:v>Artesian Ave &amp; 71st St</c:v>
                </c:pt>
                <c:pt idx="150">
                  <c:v>Clark St &amp; Wellington Ave</c:v>
                </c:pt>
                <c:pt idx="151">
                  <c:v>Ave L &amp; 114th</c:v>
                </c:pt>
                <c:pt idx="152">
                  <c:v>Clinton St &amp; Polk St</c:v>
                </c:pt>
                <c:pt idx="153">
                  <c:v>Kosciuszko Park</c:v>
                </c:pt>
                <c:pt idx="154">
                  <c:v>Public Rack - California &amp; 87th</c:v>
                </c:pt>
                <c:pt idx="155">
                  <c:v>Wells St &amp; Polk St</c:v>
                </c:pt>
                <c:pt idx="156">
                  <c:v>Wabash Ave &amp; Grand Ave</c:v>
                </c:pt>
                <c:pt idx="157">
                  <c:v>Cottage Grove Ave &amp; Oakwood Blvd</c:v>
                </c:pt>
                <c:pt idx="158">
                  <c:v>Lawndale Ave &amp; 30th St</c:v>
                </c:pt>
                <c:pt idx="159">
                  <c:v>Laramie Ave &amp; Bloomingdale Ave</c:v>
                </c:pt>
                <c:pt idx="160">
                  <c:v>Public Rack - Ewing Ave &amp; 106th St</c:v>
                </c:pt>
                <c:pt idx="161">
                  <c:v>Public Rack - Jeffery Blvd &amp; 67th St</c:v>
                </c:pt>
                <c:pt idx="162">
                  <c:v>Public Rack - Michigan Ave &amp; 67th St</c:v>
                </c:pt>
                <c:pt idx="163">
                  <c:v>Public Rack - Newcastle &amp; Archer</c:v>
                </c:pt>
                <c:pt idx="164">
                  <c:v>Public Rack - Western Ave &amp; 79th St</c:v>
                </c:pt>
                <c:pt idx="165">
                  <c:v>Seeley Ave &amp; Roscoe St</c:v>
                </c:pt>
                <c:pt idx="166">
                  <c:v>Central Ave &amp; Madison St</c:v>
                </c:pt>
                <c:pt idx="167">
                  <c:v>Ewing Ave &amp; 97th St</c:v>
                </c:pt>
                <c:pt idx="168">
                  <c:v>Lincoln Ave &amp; Balmoral Ave</c:v>
                </c:pt>
                <c:pt idx="169">
                  <c:v>Kilbourn Ave &amp; 49th St</c:v>
                </c:pt>
                <c:pt idx="170">
                  <c:v>Morgan St &amp; 18th St</c:v>
                </c:pt>
                <c:pt idx="171">
                  <c:v>Public Rack - Cottage Grove Ave &amp; 91st St</c:v>
                </c:pt>
                <c:pt idx="172">
                  <c:v>Public Rack - Lemont Ave &amp; Keating Ave</c:v>
                </c:pt>
                <c:pt idx="173">
                  <c:v>Public Rack - Keeler Ave &amp; 26th St</c:v>
                </c:pt>
                <c:pt idx="174">
                  <c:v>Public Rack - N Narragansett Ave &amp; Grand Ave</c:v>
                </c:pt>
                <c:pt idx="175">
                  <c:v>Stony Island Ave &amp; 71st St</c:v>
                </c:pt>
                <c:pt idx="176">
                  <c:v>Wabash Ave &amp; Wacker Pl</c:v>
                </c:pt>
                <c:pt idx="177">
                  <c:v>Stetson Ave &amp; South Water St</c:v>
                </c:pt>
                <c:pt idx="178">
                  <c:v>Calumet Ave &amp; 51st St</c:v>
                </c:pt>
                <c:pt idx="179">
                  <c:v>Bradley Park</c:v>
                </c:pt>
                <c:pt idx="180">
                  <c:v>Franklin St &amp; Washington St</c:v>
                </c:pt>
                <c:pt idx="181">
                  <c:v>Kedzie Ave &amp; Redfield Dr</c:v>
                </c:pt>
                <c:pt idx="182">
                  <c:v>Public Rack - Central &amp; Prescott</c:v>
                </c:pt>
                <c:pt idx="183">
                  <c:v>Public Rack - 10101 S Stony Island Ave</c:v>
                </c:pt>
                <c:pt idx="184">
                  <c:v>Public Rack - Damen Ave &amp; 47th St</c:v>
                </c:pt>
                <c:pt idx="185">
                  <c:v>Public Rack - Brainerd Park</c:v>
                </c:pt>
                <c:pt idx="186">
                  <c:v>Public Rack - Milwaukee Ave &amp; Pensacola Ave</c:v>
                </c:pt>
                <c:pt idx="187">
                  <c:v>Ashland Ave &amp; Blackhawk St</c:v>
                </c:pt>
                <c:pt idx="188">
                  <c:v>Exchange Ave &amp; 79th St</c:v>
                </c:pt>
                <c:pt idx="189">
                  <c:v>Elston Ave &amp; George St</c:v>
                </c:pt>
                <c:pt idx="190">
                  <c:v>Public Rack - Neva Ave &amp; Grand Ave</c:v>
                </c:pt>
                <c:pt idx="191">
                  <c:v>Public Rack - Hamlin Ave &amp; Grand Ave</c:v>
                </c:pt>
                <c:pt idx="192">
                  <c:v>Yates Blvd &amp; 93rd St</c:v>
                </c:pt>
                <c:pt idx="193">
                  <c:v>Wabash Ave &amp; 59th St</c:v>
                </c:pt>
                <c:pt idx="194">
                  <c:v>Clark St &amp; Touhy Ave</c:v>
                </c:pt>
                <c:pt idx="195">
                  <c:v>Elizabeth St &amp; 92nd St</c:v>
                </c:pt>
                <c:pt idx="196">
                  <c:v>Leavitt St &amp; Chicago Ave</c:v>
                </c:pt>
                <c:pt idx="197">
                  <c:v>Public Rack - Burnside Academy</c:v>
                </c:pt>
                <c:pt idx="198">
                  <c:v>Public Rack - Delphina &amp; Foster</c:v>
                </c:pt>
                <c:pt idx="199">
                  <c:v>Public Rack - Kedzie Ave &amp; 54th Pl</c:v>
                </c:pt>
                <c:pt idx="200">
                  <c:v>Public Rack - Oglesby Ave &amp; 95th St</c:v>
                </c:pt>
                <c:pt idx="201">
                  <c:v>Wood St &amp; 33rd St</c:v>
                </c:pt>
                <c:pt idx="202">
                  <c:v>Clark St &amp; Bryn Mawr Ave</c:v>
                </c:pt>
                <c:pt idx="203">
                  <c:v>Eberhart Ave &amp; 61st St</c:v>
                </c:pt>
                <c:pt idx="204">
                  <c:v>Public Rack - Elston Ave &amp; Gunnison St</c:v>
                </c:pt>
                <c:pt idx="205">
                  <c:v>Public Rack - Ewing Ave &amp; Indianapolis Ave</c:v>
                </c:pt>
                <c:pt idx="206">
                  <c:v>Public Rack - 111th St - Morgan Park Metra</c:v>
                </c:pt>
                <c:pt idx="207">
                  <c:v>Public Rack - Kenton Ave &amp; Palmer St</c:v>
                </c:pt>
                <c:pt idx="208">
                  <c:v>Public Rack - Lowell Ave &amp; Elston Ave</c:v>
                </c:pt>
                <c:pt idx="209">
                  <c:v>Public Rack - Lawndale &amp; 63rd St</c:v>
                </c:pt>
                <c:pt idx="210">
                  <c:v>Public Rack - Walden Pkwy &amp; 103rd St</c:v>
                </c:pt>
                <c:pt idx="211">
                  <c:v>Rockwell St &amp; Eastwood Ave</c:v>
                </c:pt>
                <c:pt idx="212">
                  <c:v>Pulaski Rd &amp; 68th St</c:v>
                </c:pt>
                <c:pt idx="213">
                  <c:v>Dodge Ave &amp; Main St</c:v>
                </c:pt>
                <c:pt idx="214">
                  <c:v>Harper Ave &amp; 59th St</c:v>
                </c:pt>
                <c:pt idx="215">
                  <c:v>Public Rack - Cicero &amp; Rosemont</c:v>
                </c:pt>
                <c:pt idx="216">
                  <c:v>Public Rack - Hale Ave &amp; 111th St</c:v>
                </c:pt>
                <c:pt idx="217">
                  <c:v>Public Rack - Cumberland &amp; Catherine</c:v>
                </c:pt>
                <c:pt idx="218">
                  <c:v>Public Rack - Ashland Ave &amp; 63rd St</c:v>
                </c:pt>
                <c:pt idx="219">
                  <c:v>Winchester (Ravenswood) Ave &amp; Balmoral Ave</c:v>
                </c:pt>
                <c:pt idx="220">
                  <c:v>Calumet Ave &amp; 18th St</c:v>
                </c:pt>
                <c:pt idx="221">
                  <c:v>Clark St &amp; Lake St</c:v>
                </c:pt>
                <c:pt idx="222">
                  <c:v>Damen Ave &amp; Cullerton St</c:v>
                </c:pt>
                <c:pt idx="223">
                  <c:v>Public Rack - Ada St &amp; 79th St</c:v>
                </c:pt>
                <c:pt idx="224">
                  <c:v>Public Rack - Forest Glen &amp; Peterson</c:v>
                </c:pt>
                <c:pt idx="225">
                  <c:v>Public Rack - S Kostner Ave &amp; W 18th Pl</c:v>
                </c:pt>
                <c:pt idx="226">
                  <c:v>Public Rack - Western Ave &amp; 118th St</c:v>
                </c:pt>
                <c:pt idx="227">
                  <c:v>Sheffield Ave &amp; Waveland Ave</c:v>
                </c:pt>
                <c:pt idx="228">
                  <c:v>Sedgwick St &amp; Schiller St</c:v>
                </c:pt>
                <c:pt idx="229">
                  <c:v>Troy St &amp; Elston Ave</c:v>
                </c:pt>
                <c:pt idx="230">
                  <c:v>Kedvale Ave &amp; Peterson Ave</c:v>
                </c:pt>
                <c:pt idx="231">
                  <c:v>May St &amp; Hubbard St</c:v>
                </c:pt>
                <c:pt idx="232">
                  <c:v>Kildare Ave &amp; Division St</c:v>
                </c:pt>
                <c:pt idx="233">
                  <c:v>Menard Ave &amp; Lawrence Ave</c:v>
                </c:pt>
                <c:pt idx="234">
                  <c:v>Public Rack - Ashland Ave &amp; 71st St</c:v>
                </c:pt>
                <c:pt idx="235">
                  <c:v>Public Rack - Ewing Ave &amp; 112th St</c:v>
                </c:pt>
                <c:pt idx="236">
                  <c:v>Public Rack - Melvina Ave &amp; Montrose Ave</c:v>
                </c:pt>
                <c:pt idx="237">
                  <c:v>Public Rack - Kolin Ave &amp; Archer Ave</c:v>
                </c:pt>
                <c:pt idx="238">
                  <c:v>Public Rack - Linder Ave &amp; Archer Ave</c:v>
                </c:pt>
                <c:pt idx="239">
                  <c:v>Public Rack - Kedzie Ave &amp; 60th St</c:v>
                </c:pt>
                <c:pt idx="240">
                  <c:v>Public Rack - Sacramento Ave &amp; Greenleaf Ave</c:v>
                </c:pt>
                <c:pt idx="241">
                  <c:v>Public Rack - Olmstead Ave &amp; Oliphant Ave</c:v>
                </c:pt>
                <c:pt idx="242">
                  <c:v>Public Rack - Oketo Ave &amp; Belmont Ave</c:v>
                </c:pt>
                <c:pt idx="243">
                  <c:v>Wells St &amp; Randolph St Corral</c:v>
                </c:pt>
                <c:pt idx="244">
                  <c:v>Ashland Ave &amp; Grace St</c:v>
                </c:pt>
                <c:pt idx="245">
                  <c:v>Public Rack - California Ave &amp; Cortez St</c:v>
                </c:pt>
                <c:pt idx="246">
                  <c:v>Orleans St &amp; Merchandise Mart Plaza</c:v>
                </c:pt>
                <c:pt idx="247">
                  <c:v>Public Rack - Laporte Ave &amp; Armitage Ave</c:v>
                </c:pt>
                <c:pt idx="248">
                  <c:v>Public Rack - Justine St &amp; 87th St</c:v>
                </c:pt>
                <c:pt idx="249">
                  <c:v>Public Rack - Tuley (Murray) Park</c:v>
                </c:pt>
                <c:pt idx="250">
                  <c:v>Bernard St &amp; Elston Ave</c:v>
                </c:pt>
                <c:pt idx="251">
                  <c:v>Elizabeth St &amp; Randolph St</c:v>
                </c:pt>
                <c:pt idx="252">
                  <c:v>Jeffery Blvd &amp; 67th St</c:v>
                </c:pt>
                <c:pt idx="253">
                  <c:v>Franklin St &amp; Chicago Ave</c:v>
                </c:pt>
                <c:pt idx="254">
                  <c:v>Michigan Ave &amp; Madison St</c:v>
                </c:pt>
                <c:pt idx="255">
                  <c:v>Public Rack - Bernard St &amp; Foster Ave</c:v>
                </c:pt>
                <c:pt idx="256">
                  <c:v>Public Rack - Milwaukee Ave &amp; Addison St</c:v>
                </c:pt>
                <c:pt idx="257">
                  <c:v>Public Rack - William J Onahan Public School</c:v>
                </c:pt>
                <c:pt idx="258">
                  <c:v>Public Rack - Sangamon St &amp; 87th St</c:v>
                </c:pt>
                <c:pt idx="259">
                  <c:v>Torrence Ave &amp; 106th St</c:v>
                </c:pt>
                <c:pt idx="260">
                  <c:v>Calumet Park</c:v>
                </c:pt>
                <c:pt idx="261">
                  <c:v>Clinton St &amp; Madison St</c:v>
                </c:pt>
                <c:pt idx="262">
                  <c:v>Clark St &amp; Winnemac Ave</c:v>
                </c:pt>
                <c:pt idx="263">
                  <c:v>Halsted St &amp; 63rd St</c:v>
                </c:pt>
                <c:pt idx="264">
                  <c:v>Fort Dearborn Dr &amp; 31st St*</c:v>
                </c:pt>
                <c:pt idx="265">
                  <c:v>Kedzie Ave &amp; 57th St</c:v>
                </c:pt>
                <c:pt idx="266">
                  <c:v>Madison St &amp; Wells St</c:v>
                </c:pt>
                <c:pt idx="267">
                  <c:v>Monticello Ave &amp; Chicago Ave</c:v>
                </c:pt>
                <c:pt idx="268">
                  <c:v>Public Rack - Halsted St &amp; 95th St - SE</c:v>
                </c:pt>
                <c:pt idx="269">
                  <c:v>Public Rack - Foster Ave &amp; Drake Ave</c:v>
                </c:pt>
                <c:pt idx="270">
                  <c:v>Public Rack - Christiana Ave &amp; Belmont Ave</c:v>
                </c:pt>
                <c:pt idx="271">
                  <c:v>Public Rack - Mozart &amp; 79th</c:v>
                </c:pt>
                <c:pt idx="272">
                  <c:v>Public Rack - Woodlawn Ave &amp; 63rd St S</c:v>
                </c:pt>
                <c:pt idx="273">
                  <c:v>Public Rack - Springfield Ave &amp; Lawrence Ave</c:v>
                </c:pt>
                <c:pt idx="274">
                  <c:v>Public Rack - Rockwell Ave &amp; Touhy Ave </c:v>
                </c:pt>
                <c:pt idx="275">
                  <c:v>Clark/Racine Corral</c:v>
                </c:pt>
                <c:pt idx="276">
                  <c:v>Public Rack - Central Park Ave &amp; Fillmore St</c:v>
                </c:pt>
                <c:pt idx="277">
                  <c:v>Public Rack - Abbott Park</c:v>
                </c:pt>
                <c:pt idx="278">
                  <c:v>Public Rack - Artesian &amp; 71st</c:v>
                </c:pt>
                <c:pt idx="279">
                  <c:v>Public Rack - Mackinaw Ave &amp; 106th St</c:v>
                </c:pt>
                <c:pt idx="280">
                  <c:v>Public Rack - Marquette Rd &amp; 67th St</c:v>
                </c:pt>
                <c:pt idx="281">
                  <c:v>Public Rack - Linder Ave &amp; Belmont Ave</c:v>
                </c:pt>
                <c:pt idx="282">
                  <c:v>Public Rack - Pulaski Rd &amp; Lake St</c:v>
                </c:pt>
                <c:pt idx="283">
                  <c:v>Public Rack - Whipple St &amp; 26th St</c:v>
                </c:pt>
                <c:pt idx="284">
                  <c:v>Vincennes Ave &amp; 107th St</c:v>
                </c:pt>
                <c:pt idx="285">
                  <c:v>Springfield Ave &amp; 47th St</c:v>
                </c:pt>
                <c:pt idx="286">
                  <c:v>Seeley Ave &amp; Garfield Blvd</c:v>
                </c:pt>
                <c:pt idx="287">
                  <c:v>Washtenaw Ave &amp; Polk St</c:v>
                </c:pt>
                <c:pt idx="288">
                  <c:v>Dauphin Ave &amp; 87th St</c:v>
                </c:pt>
                <c:pt idx="289">
                  <c:v>Lockwood Ave &amp; Wrightwood Ave</c:v>
                </c:pt>
                <c:pt idx="290">
                  <c:v>Public Rack - Albany Ave &amp; 63rd St</c:v>
                </c:pt>
                <c:pt idx="291">
                  <c:v>Public Rack - Central Ave &amp; Pensacola Ave</c:v>
                </c:pt>
                <c:pt idx="292">
                  <c:v>Public Rack - Baltimore Ave &amp; 134th St</c:v>
                </c:pt>
                <c:pt idx="293">
                  <c:v>Paulina St &amp; Montrose Ave</c:v>
                </c:pt>
                <c:pt idx="294">
                  <c:v>Prairie Ave &amp; 43rd St</c:v>
                </c:pt>
                <c:pt idx="295">
                  <c:v>Public Rack - Hiawatha &amp; Mendota</c:v>
                </c:pt>
                <c:pt idx="296">
                  <c:v>Public Rack - Parkside &amp; 63rd</c:v>
                </c:pt>
                <c:pt idx="297">
                  <c:v>Public Rack - Western Ave &amp; 104th St - West</c:v>
                </c:pt>
                <c:pt idx="298">
                  <c:v>Public Rack - Racine Ave &amp; 109th Pl</c:v>
                </c:pt>
                <c:pt idx="299">
                  <c:v>Ashland Ave &amp; Lake St</c:v>
                </c:pt>
                <c:pt idx="300">
                  <c:v>Clinton St &amp; Tilden St</c:v>
                </c:pt>
                <c:pt idx="301">
                  <c:v>Avenue O &amp; 118th St</c:v>
                </c:pt>
                <c:pt idx="302">
                  <c:v>Damen Ave &amp; 74th St</c:v>
                </c:pt>
                <c:pt idx="303">
                  <c:v>Indiana Ave &amp; 26th St</c:v>
                </c:pt>
                <c:pt idx="304">
                  <c:v>Dayton St &amp; North Ave</c:v>
                </c:pt>
                <c:pt idx="305">
                  <c:v>Michigan Ave &amp; Lake St</c:v>
                </c:pt>
                <c:pt idx="306">
                  <c:v>Laramie Ave &amp; Irving Park Rd</c:v>
                </c:pt>
                <c:pt idx="307">
                  <c:v>Michigan Ave &amp; Pearson St</c:v>
                </c:pt>
                <c:pt idx="308">
                  <c:v>Public Rack - California Ave &amp; Pershing Rd</c:v>
                </c:pt>
                <c:pt idx="309">
                  <c:v>Public Rack - King Dr &amp; 83rd St</c:v>
                </c:pt>
                <c:pt idx="310">
                  <c:v>Public Rack - Keeler Ave &amp; 55th St</c:v>
                </c:pt>
                <c:pt idx="311">
                  <c:v>Rockwell Ave &amp; Logan Blvd</c:v>
                </c:pt>
                <c:pt idx="312">
                  <c:v>Public Rack - Prairie Ave &amp; Garfield Blvd S</c:v>
                </c:pt>
                <c:pt idx="313">
                  <c:v>Washtenaw Ave &amp; Lawrence Ave</c:v>
                </c:pt>
                <c:pt idx="314">
                  <c:v>Broadway &amp; Thorndale Ave</c:v>
                </c:pt>
                <c:pt idx="315">
                  <c:v>Calumet Ave &amp; 35th St</c:v>
                </c:pt>
                <c:pt idx="316">
                  <c:v>Cottage Grove Ave &amp; 78th St</c:v>
                </c:pt>
                <c:pt idx="317">
                  <c:v>Hale Ave &amp; 107th St</c:v>
                </c:pt>
                <c:pt idx="318">
                  <c:v>Eggleston Ave &amp; 115th St</c:v>
                </c:pt>
                <c:pt idx="319">
                  <c:v>Major Taylor Trail &amp; 115th St</c:v>
                </c:pt>
                <c:pt idx="320">
                  <c:v>Leavitt St &amp; Archer Ave</c:v>
                </c:pt>
                <c:pt idx="321">
                  <c:v>Lavergne Ave &amp; Division St</c:v>
                </c:pt>
                <c:pt idx="322">
                  <c:v>Oak Park &amp; Wellington</c:v>
                </c:pt>
                <c:pt idx="323">
                  <c:v>Public Rack - Miami Ave &amp; Milwaukee Ave</c:v>
                </c:pt>
                <c:pt idx="324">
                  <c:v>Public Rack - Midway Orange Line</c:v>
                </c:pt>
                <c:pt idx="325">
                  <c:v>Public Rack - Narragansett Ave &amp; Fullerton Ave</c:v>
                </c:pt>
                <c:pt idx="326">
                  <c:v>Public Rack - Winona St &amp; Elston Ave</c:v>
                </c:pt>
                <c:pt idx="327">
                  <c:v>Public Rack - St Louis &amp; Columbus</c:v>
                </c:pt>
                <c:pt idx="328">
                  <c:v>Public Rack - Osceola Ave &amp; Touhy Ave</c:v>
                </c:pt>
                <c:pt idx="329">
                  <c:v>Wabash Ave &amp; Cermak Rd</c:v>
                </c:pt>
                <c:pt idx="330">
                  <c:v>Western Ave &amp; 79th St</c:v>
                </c:pt>
                <c:pt idx="331">
                  <c:v>Cicero Ave &amp; Wrightwood Ave</c:v>
                </c:pt>
                <c:pt idx="332">
                  <c:v>Broadway &amp; Argyle St</c:v>
                </c:pt>
                <c:pt idx="333">
                  <c:v>Broadway &amp; Sunnyside Ave</c:v>
                </c:pt>
                <c:pt idx="334">
                  <c:v>California Ave &amp; 26th St</c:v>
                </c:pt>
                <c:pt idx="335">
                  <c:v>Humboldt Blvd &amp; Armitage Ave</c:v>
                </c:pt>
                <c:pt idx="336">
                  <c:v>Franklin St &amp; Madison St</c:v>
                </c:pt>
                <c:pt idx="337">
                  <c:v>MLK Jr Dr &amp; 47th St</c:v>
                </c:pt>
                <c:pt idx="338">
                  <c:v>Mango Ave &amp; North Ave</c:v>
                </c:pt>
                <c:pt idx="339">
                  <c:v>Public Rack - Calumet Ave &amp; 51st St</c:v>
                </c:pt>
                <c:pt idx="340">
                  <c:v>Public Rack - Houston Ave &amp; 130th St</c:v>
                </c:pt>
                <c:pt idx="341">
                  <c:v>Sheffield/Newport Corral</c:v>
                </c:pt>
                <c:pt idx="342">
                  <c:v>Stony Island Ave &amp; 63rd St</c:v>
                </c:pt>
                <c:pt idx="343">
                  <c:v>Whipple/Irving Park</c:v>
                </c:pt>
                <c:pt idx="344">
                  <c:v>Sheffield Ave &amp; Wellington Ave</c:v>
                </c:pt>
                <c:pt idx="345">
                  <c:v>South Chicago Ave &amp; 83rd St</c:v>
                </c:pt>
                <c:pt idx="346">
                  <c:v>Damen Ave &amp; 77th St</c:v>
                </c:pt>
                <c:pt idx="347">
                  <c:v>Central Ave &amp; Lake St</c:v>
                </c:pt>
                <c:pt idx="348">
                  <c:v>Clark St &amp; Drummond Pl</c:v>
                </c:pt>
                <c:pt idx="349">
                  <c:v>California Ave &amp; 29th St</c:v>
                </c:pt>
                <c:pt idx="350">
                  <c:v>Damen Ave &amp; 59th St</c:v>
                </c:pt>
                <c:pt idx="351">
                  <c:v>Kedzie Ave &amp; Chicago Ave</c:v>
                </c:pt>
                <c:pt idx="352">
                  <c:v>Granville Ave &amp; Pulaski Rd</c:v>
                </c:pt>
                <c:pt idx="353">
                  <c:v>Knox Ave &amp; Montrose Ave</c:v>
                </c:pt>
                <c:pt idx="354">
                  <c:v>Marshfield Ave &amp; Diversey Pkwy</c:v>
                </c:pt>
                <c:pt idx="355">
                  <c:v>Kildare Ave &amp; North Ave</c:v>
                </c:pt>
                <c:pt idx="356">
                  <c:v>Lincoln Park Conservatory</c:v>
                </c:pt>
                <c:pt idx="357">
                  <c:v>Michigan Ave &amp; 71st St</c:v>
                </c:pt>
                <c:pt idx="358">
                  <c:v>Lexington St &amp; California Ave</c:v>
                </c:pt>
                <c:pt idx="359">
                  <c:v>Kostner Ave &amp; Adams St</c:v>
                </c:pt>
                <c:pt idx="360">
                  <c:v>Public Rack - Central Park &amp; Bryn Mawr</c:v>
                </c:pt>
                <c:pt idx="361">
                  <c:v>Public Rack - Halsted St &amp; 102nd St</c:v>
                </c:pt>
                <c:pt idx="362">
                  <c:v>Public Rack - Campbell Ave &amp; Pratt Blvd</c:v>
                </c:pt>
                <c:pt idx="363">
                  <c:v>Public Rack - Drexel Ave &amp; 87th St</c:v>
                </c:pt>
                <c:pt idx="364">
                  <c:v>Public Rack - Bishop St &amp; 46th St</c:v>
                </c:pt>
                <c:pt idx="365">
                  <c:v>Public Rack - California Ave &amp; Ogden Ave</c:v>
                </c:pt>
                <c:pt idx="366">
                  <c:v>Public Rack - Lawrence Ave &amp; Kimball Ave</c:v>
                </c:pt>
                <c:pt idx="367">
                  <c:v>Public Rack - Harper Ave &amp; 63rd St</c:v>
                </c:pt>
                <c:pt idx="368">
                  <c:v>Public Rack - Torrence Ave &amp; 98th St</c:v>
                </c:pt>
                <c:pt idx="369">
                  <c:v>Public Rack - Pulaski Rd &amp; Armitage Ave</c:v>
                </c:pt>
                <c:pt idx="370">
                  <c:v>Sacramento Blvd &amp; Fulton Ave</c:v>
                </c:pt>
                <c:pt idx="371">
                  <c:v>Public Rack - Western Ave &amp; 104th St - East</c:v>
                </c:pt>
                <c:pt idx="372">
                  <c:v>Wabash Ave &amp; 87th St</c:v>
                </c:pt>
                <c:pt idx="373">
                  <c:v>State St &amp; Pearson St</c:v>
                </c:pt>
                <c:pt idx="374">
                  <c:v>Southport Ave &amp; Wrightwood Ave</c:v>
                </c:pt>
                <c:pt idx="375">
                  <c:v>Vincennes Ave &amp; 75th St</c:v>
                </c:pt>
                <c:pt idx="376">
                  <c:v>Tripp Ave &amp; 15th St</c:v>
                </c:pt>
                <c:pt idx="377">
                  <c:v>Washtenaw Ave &amp; Peterson Ave</c:v>
                </c:pt>
                <c:pt idx="378">
                  <c:v>Spaulding Ave &amp; 63rd</c:v>
                </c:pt>
                <c:pt idx="379">
                  <c:v>St. Louis &amp; 71st St</c:v>
                </c:pt>
                <c:pt idx="380">
                  <c:v>California Ave &amp; Division St</c:v>
                </c:pt>
                <c:pt idx="381">
                  <c:v>Ashland Ave &amp; Pershing Rd</c:v>
                </c:pt>
                <c:pt idx="382">
                  <c:v>Central St &amp; Girard Ave</c:v>
                </c:pt>
                <c:pt idx="383">
                  <c:v>Clark St &amp; North Ave</c:v>
                </c:pt>
                <c:pt idx="384">
                  <c:v>Cottage Grove Ave &amp; 83rd St</c:v>
                </c:pt>
                <c:pt idx="385">
                  <c:v>Damen Ave &amp; Thomas St (Augusta Blvd)</c:v>
                </c:pt>
                <c:pt idx="386">
                  <c:v>Halsted St &amp; Roscoe St</c:v>
                </c:pt>
                <c:pt idx="387">
                  <c:v>Damen Ave &amp; Charleston St</c:v>
                </c:pt>
                <c:pt idx="388">
                  <c:v>Halsted St &amp; Polk St</c:v>
                </c:pt>
                <c:pt idx="389">
                  <c:v>Greenwood Ave &amp; 97th St</c:v>
                </c:pt>
                <c:pt idx="390">
                  <c:v>Halsted St &amp; Clybourn Ave</c:v>
                </c:pt>
                <c:pt idx="391">
                  <c:v>Hubbard St Depot</c:v>
                </c:pt>
                <c:pt idx="392">
                  <c:v>Marshfield Ave &amp; Wabansia Ave</c:v>
                </c:pt>
                <c:pt idx="393">
                  <c:v>N Shore Channel Trail &amp; Argyle St</c:v>
                </c:pt>
                <c:pt idx="394">
                  <c:v>Public Rack - Devon Ave &amp; Central Ave</c:v>
                </c:pt>
                <c:pt idx="395">
                  <c:v>Public Rack - Ewing Ave &amp; 107th St</c:v>
                </c:pt>
                <c:pt idx="396">
                  <c:v>Public Rack - Cicero Ave &amp; Cortland St - midblock</c:v>
                </c:pt>
                <c:pt idx="397">
                  <c:v>Public Rack - Langley Ave &amp; 87th St</c:v>
                </c:pt>
                <c:pt idx="398">
                  <c:v>Public Rack - Hiawatha Ave &amp; Minnehaha Ave</c:v>
                </c:pt>
                <c:pt idx="399">
                  <c:v>Public Rack - Kedzie &amp; 71st</c:v>
                </c:pt>
                <c:pt idx="400">
                  <c:v>Public Rack - Houston Ave &amp; 131st St</c:v>
                </c:pt>
                <c:pt idx="401">
                  <c:v>Public Rack - Harlem &amp; Palatine</c:v>
                </c:pt>
                <c:pt idx="402">
                  <c:v>Public Rack - Minnehaha Ave &amp; Devon Ave</c:v>
                </c:pt>
                <c:pt idx="403">
                  <c:v>Public Rack - Mango &amp; Higgins</c:v>
                </c:pt>
                <c:pt idx="404">
                  <c:v>Public Rack - Normal Blvd &amp; 61st Pl</c:v>
                </c:pt>
                <c:pt idx="405">
                  <c:v>Public Rack - Milwaukee Ave &amp; Culyer Ave</c:v>
                </c:pt>
                <c:pt idx="406">
                  <c:v>Rockwell St &amp; 57th St</c:v>
                </c:pt>
                <c:pt idx="407">
                  <c:v>Sacramento Ave &amp; Pratt Blvd</c:v>
                </c:pt>
                <c:pt idx="408">
                  <c:v>Public Rack - Parkside &amp; Archer</c:v>
                </c:pt>
                <c:pt idx="409">
                  <c:v>Western Ave &amp; Lunt Ave</c:v>
                </c:pt>
                <c:pt idx="410">
                  <c:v>W 103rd St &amp; S Avers Ave</c:v>
                </c:pt>
                <c:pt idx="411">
                  <c:v>The Salt Shed</c:v>
                </c:pt>
                <c:pt idx="412">
                  <c:v>State St &amp; 29th St</c:v>
                </c:pt>
                <c:pt idx="413">
                  <c:v>Spaulding Ave &amp; Division St</c:v>
                </c:pt>
                <c:pt idx="414">
                  <c:v>Warren Park East</c:v>
                </c:pt>
                <c:pt idx="415">
                  <c:v>Wood St &amp; Walnut St</c:v>
                </c:pt>
                <c:pt idx="416">
                  <c:v>Altgeld Gardens</c:v>
                </c:pt>
                <c:pt idx="417">
                  <c:v>Clinton St &amp; Jackson Blvd</c:v>
                </c:pt>
                <c:pt idx="418">
                  <c:v>California Ave &amp; 21st St</c:v>
                </c:pt>
                <c:pt idx="419">
                  <c:v>Central Ave &amp; Altgeld St</c:v>
                </c:pt>
                <c:pt idx="420">
                  <c:v>Clarendon Ave &amp; Gordon Ter</c:v>
                </c:pt>
                <c:pt idx="421">
                  <c:v>California Ave &amp; Touhy Ave</c:v>
                </c:pt>
                <c:pt idx="422">
                  <c:v>Commercial Ave &amp; 83rd St</c:v>
                </c:pt>
                <c:pt idx="423">
                  <c:v>Calumet Ave &amp; 21st St</c:v>
                </c:pt>
                <c:pt idx="424">
                  <c:v>Clark St &amp; Berwyn Ave</c:v>
                </c:pt>
                <c:pt idx="425">
                  <c:v>California Ave &amp; 36th St</c:v>
                </c:pt>
                <c:pt idx="426">
                  <c:v>California Ave &amp; Byron St</c:v>
                </c:pt>
                <c:pt idx="427">
                  <c:v>Chicago State University</c:v>
                </c:pt>
                <c:pt idx="428">
                  <c:v>Damen Ave &amp; 51st St</c:v>
                </c:pt>
                <c:pt idx="429">
                  <c:v>Blackstone Ave &amp; Hyde Park Blvd</c:v>
                </c:pt>
                <c:pt idx="430">
                  <c:v>Central Park Ave &amp; Bloomingdale Ave</c:v>
                </c:pt>
                <c:pt idx="431">
                  <c:v>Keeler Ave &amp; Roosevelt Rd</c:v>
                </c:pt>
                <c:pt idx="432">
                  <c:v>Fairfield Ave &amp; Pratt Blvd</c:v>
                </c:pt>
                <c:pt idx="433">
                  <c:v>Halsted St &amp; 51st St</c:v>
                </c:pt>
                <c:pt idx="434">
                  <c:v>Emerald Ave &amp; 28th St</c:v>
                </c:pt>
                <c:pt idx="435">
                  <c:v>Damen Ave &amp; Leland Ave</c:v>
                </c:pt>
                <c:pt idx="436">
                  <c:v>Elmwood Ave &amp; Austin St</c:v>
                </c:pt>
                <c:pt idx="437">
                  <c:v>Kedzie Ave &amp; 21st St</c:v>
                </c:pt>
                <c:pt idx="438">
                  <c:v>Lincoln Ave &amp; Addison St</c:v>
                </c:pt>
                <c:pt idx="439">
                  <c:v>Newcastle Ave &amp; Irving Park Rd</c:v>
                </c:pt>
                <c:pt idx="440">
                  <c:v>Mayfield Ave &amp; Roosevelt Rd</c:v>
                </c:pt>
                <c:pt idx="441">
                  <c:v>Loomis St &amp; 95th St</c:v>
                </c:pt>
                <c:pt idx="442">
                  <c:v>Leavitt St &amp; North Ave</c:v>
                </c:pt>
                <c:pt idx="443">
                  <c:v>Milwaukee Ave &amp; Highland Ave</c:v>
                </c:pt>
                <c:pt idx="444">
                  <c:v>Larrabee St &amp; Clybourn Ave</c:v>
                </c:pt>
                <c:pt idx="445">
                  <c:v>Mason Ave &amp; Grand Ave</c:v>
                </c:pt>
                <c:pt idx="446">
                  <c:v>Lincoln Ave &amp; Dickens Ave</c:v>
                </c:pt>
                <c:pt idx="447">
                  <c:v>Lockwood Ave &amp; Grand Ave</c:v>
                </c:pt>
                <c:pt idx="448">
                  <c:v>Public Rack - Central Park Ave &amp; 16th St</c:v>
                </c:pt>
                <c:pt idx="449">
                  <c:v>Public Rack - Ewing Ave &amp; 95th St</c:v>
                </c:pt>
                <c:pt idx="450">
                  <c:v>Public Rack - Claremont Ave &amp; 71st St</c:v>
                </c:pt>
                <c:pt idx="451">
                  <c:v>Noble St &amp; Potomac Ave</c:v>
                </c:pt>
                <c:pt idx="452">
                  <c:v>Public Rack - Ashland Ave &amp; 91st St</c:v>
                </c:pt>
                <c:pt idx="453">
                  <c:v>Public Rack - Avenue J &amp; 106th St</c:v>
                </c:pt>
                <c:pt idx="454">
                  <c:v>Public Rack - Kedzie Ave &amp; 64th St - SE</c:v>
                </c:pt>
                <c:pt idx="455">
                  <c:v>Public Rack - Lafayette Ave &amp; 119th St</c:v>
                </c:pt>
                <c:pt idx="456">
                  <c:v>Public Rack - Maplewood Ave &amp; 63rd St</c:v>
                </c:pt>
                <c:pt idx="457">
                  <c:v>Public Rack - Karlov Ave &amp; 26th St</c:v>
                </c:pt>
                <c:pt idx="458">
                  <c:v>Public Rack - Menard Ave &amp; Grand Ave</c:v>
                </c:pt>
                <c:pt idx="459">
                  <c:v>Public Rack - Lynch &amp; Elston</c:v>
                </c:pt>
                <c:pt idx="460">
                  <c:v>Public Rack - Lafayette Ave &amp; 87th St - NW</c:v>
                </c:pt>
                <c:pt idx="461">
                  <c:v>Public Rack - Leamington &amp; Elston</c:v>
                </c:pt>
                <c:pt idx="462">
                  <c:v>Public Rack - Komensky Ave &amp; 63rd St</c:v>
                </c:pt>
                <c:pt idx="463">
                  <c:v>Public Rack - Kostner Ave &amp; North Ave</c:v>
                </c:pt>
                <c:pt idx="464">
                  <c:v>Public Rack - Mulligan Ave &amp; 56th St</c:v>
                </c:pt>
                <c:pt idx="465">
                  <c:v>Public Rack - Stony Is Ave &amp; 73rd St</c:v>
                </c:pt>
                <c:pt idx="466">
                  <c:v>Public Rack - Pulaski Rd &amp; Roosevelt Rd</c:v>
                </c:pt>
                <c:pt idx="467">
                  <c:v>Public Rack - Pulaski Rd &amp; 5th Ave</c:v>
                </c:pt>
                <c:pt idx="468">
                  <c:v>Ridge Blvd &amp; Howard St</c:v>
                </c:pt>
                <c:pt idx="469">
                  <c:v>University Ave &amp; 65th St</c:v>
                </c:pt>
                <c:pt idx="470">
                  <c:v>Wabash Ave &amp; 49th St</c:v>
                </c:pt>
                <c:pt idx="471">
                  <c:v>Wallace St &amp; 28th St</c:v>
                </c:pt>
                <c:pt idx="472">
                  <c:v>St Louis Ave &amp; Norman Bobbins Pl</c:v>
                </c:pt>
                <c:pt idx="473">
                  <c:v>Wells St &amp; 19th St</c:v>
                </c:pt>
                <c:pt idx="474">
                  <c:v>Vernon Ave &amp; 107th St</c:v>
                </c:pt>
                <c:pt idx="475">
                  <c:v>Wells St &amp; Washington St</c:v>
                </c:pt>
                <c:pt idx="476">
                  <c:v>Wood St &amp; Beach Ave</c:v>
                </c:pt>
                <c:pt idx="477">
                  <c:v>Western Ave &amp; Gunnison St</c:v>
                </c:pt>
                <c:pt idx="478">
                  <c:v>SCOOTERS CLASSIC - 2132 W Hubbard ST</c:v>
                </c:pt>
                <c:pt idx="479">
                  <c:v>Western Ave &amp; Lyndale St</c:v>
                </c:pt>
                <c:pt idx="480">
                  <c:v>Tripp Ave &amp; 65th St</c:v>
                </c:pt>
                <c:pt idx="481">
                  <c:v>Western Blvd &amp; 48th Pl</c:v>
                </c:pt>
                <c:pt idx="482">
                  <c:v>Central &amp; Elston</c:v>
                </c:pt>
                <c:pt idx="483">
                  <c:v>Commercial Ave &amp; 100th St</c:v>
                </c:pt>
                <c:pt idx="484">
                  <c:v>Burley Ave &amp; 91st St</c:v>
                </c:pt>
                <c:pt idx="485">
                  <c:v>Archer Ave &amp; 49th St</c:v>
                </c:pt>
                <c:pt idx="486">
                  <c:v>Cottage Grove Ave &amp; 49th St</c:v>
                </c:pt>
                <c:pt idx="487">
                  <c:v>Clark St &amp; Armitage Ave</c:v>
                </c:pt>
                <c:pt idx="488">
                  <c:v>Broadway &amp; Oakdale Ave</c:v>
                </c:pt>
                <c:pt idx="489">
                  <c:v>Avers Ave &amp; Belmont Ave</c:v>
                </c:pt>
                <c:pt idx="490">
                  <c:v>Augusta Blvd &amp; Laramie Ave</c:v>
                </c:pt>
                <c:pt idx="491">
                  <c:v>Addison/Sheffield SE Corral</c:v>
                </c:pt>
                <c:pt idx="492">
                  <c:v>California Ave &amp; Francis Pl</c:v>
                </c:pt>
                <c:pt idx="493">
                  <c:v>Clark/Newport Corral</c:v>
                </c:pt>
                <c:pt idx="494">
                  <c:v>Campbell Ave &amp; 51st St</c:v>
                </c:pt>
                <c:pt idx="495">
                  <c:v>California Ave &amp; Milwaukee Ave</c:v>
                </c:pt>
                <c:pt idx="496">
                  <c:v>Cityfront Plaza Dr &amp; Pioneer Ct</c:v>
                </c:pt>
                <c:pt idx="497">
                  <c:v>Green St &amp; Washington Blvd</c:v>
                </c:pt>
                <c:pt idx="498">
                  <c:v>Indiana Ave &amp; 133rd St</c:v>
                </c:pt>
                <c:pt idx="499">
                  <c:v>Dearborn St &amp; Maple St</c:v>
                </c:pt>
                <c:pt idx="500">
                  <c:v>Granville Ave &amp; Clark St</c:v>
                </c:pt>
                <c:pt idx="501">
                  <c:v>Eckhart Park</c:v>
                </c:pt>
                <c:pt idx="502">
                  <c:v>Dodge Ave &amp; Mulford St</c:v>
                </c:pt>
                <c:pt idx="503">
                  <c:v>Damen Ave &amp; Wabansia Ave</c:v>
                </c:pt>
                <c:pt idx="504">
                  <c:v>Kedzie Ave &amp; 83rd St</c:v>
                </c:pt>
                <c:pt idx="505">
                  <c:v>Lamon Ave &amp; 47th St</c:v>
                </c:pt>
                <c:pt idx="506">
                  <c:v>Kimbark Ave &amp; 53rd St</c:v>
                </c:pt>
                <c:pt idx="507">
                  <c:v>Kildare Ave &amp; 26th St</c:v>
                </c:pt>
                <c:pt idx="508">
                  <c:v>Knox Ave &amp; Marquette Ave</c:v>
                </c:pt>
                <c:pt idx="509">
                  <c:v>Major Taylor Trail &amp; 124th St</c:v>
                </c:pt>
                <c:pt idx="510">
                  <c:v>Menard Ave &amp; Milwaukee Ave</c:v>
                </c:pt>
                <c:pt idx="511">
                  <c:v>Milwaukee &amp; Fullerton</c:v>
                </c:pt>
                <c:pt idx="512">
                  <c:v>Morgan St &amp; Hubbard St</c:v>
                </c:pt>
                <c:pt idx="513">
                  <c:v>Lincoln Ave &amp; Melrose St</c:v>
                </c:pt>
                <c:pt idx="514">
                  <c:v>Michigan Ave &amp; 18th St</c:v>
                </c:pt>
                <c:pt idx="515">
                  <c:v>Leavitt St &amp; Lawrence Ave</c:v>
                </c:pt>
                <c:pt idx="516">
                  <c:v>Lincolnwood Dr &amp; Central St</c:v>
                </c:pt>
                <c:pt idx="517">
                  <c:v>Melvina Ave &amp; Giddings Ave</c:v>
                </c:pt>
                <c:pt idx="518">
                  <c:v>LaSalle Dr &amp; Huron St</c:v>
                </c:pt>
                <c:pt idx="519">
                  <c:v>Public Rack - Champlain Ave &amp; 65th St</c:v>
                </c:pt>
                <c:pt idx="520">
                  <c:v>Public Rack - 83rd Pl &amp; Kedzie Ave N</c:v>
                </c:pt>
                <c:pt idx="521">
                  <c:v>Public Rack - Austin Ave &amp; Roscoe St</c:v>
                </c:pt>
                <c:pt idx="522">
                  <c:v>Public Rack - Ellis Ave &amp; 132nd Pl</c:v>
                </c:pt>
                <c:pt idx="523">
                  <c:v>Public Rack - Christiana Ave &amp; 111th St</c:v>
                </c:pt>
                <c:pt idx="524">
                  <c:v>Public Rack - Damen &amp; 81st</c:v>
                </c:pt>
                <c:pt idx="525">
                  <c:v>Public Rack - Laramie Ave &amp; Grand Ave</c:v>
                </c:pt>
                <c:pt idx="526">
                  <c:v>Public Rack - Kimball &amp; Ardmore</c:v>
                </c:pt>
                <c:pt idx="527">
                  <c:v>Public Rack - Kedzie Ave &amp; Chicago Ave</c:v>
                </c:pt>
                <c:pt idx="528">
                  <c:v>Public Rack - Karlov Ave &amp; Milwaukee Ave</c:v>
                </c:pt>
                <c:pt idx="529">
                  <c:v>Public Rack - Martin Luther King Dr &amp; 44th St</c:v>
                </c:pt>
                <c:pt idx="530">
                  <c:v>Public Rack - Montrose Ave &amp; Lavergne Ave</c:v>
                </c:pt>
                <c:pt idx="531">
                  <c:v>Public Rack - Menard Ave &amp; Adams Blvd</c:v>
                </c:pt>
                <c:pt idx="532">
                  <c:v>Public Rack - Mt Greenwood Library N</c:v>
                </c:pt>
                <c:pt idx="533">
                  <c:v>Public Rack - Hamlin Ave &amp; Chicago Ave</c:v>
                </c:pt>
                <c:pt idx="534">
                  <c:v>Public Rack - Kedzie Ave &amp; 62nd Pl</c:v>
                </c:pt>
                <c:pt idx="535">
                  <c:v>Public Rack - Northwest Hwy &amp; Overhill Ave</c:v>
                </c:pt>
                <c:pt idx="536">
                  <c:v>Public Rack - New England Ave &amp; Irving Park Rd</c:v>
                </c:pt>
                <c:pt idx="537">
                  <c:v>Public Rack - McVicker Ave &amp; Grand Ave</c:v>
                </c:pt>
                <c:pt idx="538">
                  <c:v>Public Rack - Harding Ave &amp; 47th St</c:v>
                </c:pt>
                <c:pt idx="539">
                  <c:v>Public Rack - Wentworth Ave &amp; 79th St</c:v>
                </c:pt>
                <c:pt idx="540">
                  <c:v>Public Rack - Peoria St &amp; 60th St</c:v>
                </c:pt>
                <c:pt idx="541">
                  <c:v>Racine Ave &amp; 13th St</c:v>
                </c:pt>
                <c:pt idx="542">
                  <c:v>Public Rack - Sawyer Ave &amp; Bryn Mawr Ave - SW</c:v>
                </c:pt>
                <c:pt idx="543">
                  <c:v>Public Rack - W. Talcott &amp; N. Oriole</c:v>
                </c:pt>
                <c:pt idx="544">
                  <c:v>Public Rack - Washington Park Ct &amp; 51st St</c:v>
                </c:pt>
                <c:pt idx="545">
                  <c:v>Public Rack - Norwood Park Station </c:v>
                </c:pt>
                <c:pt idx="546">
                  <c:v>Public Rack - Parnell Ave &amp; 98th St</c:v>
                </c:pt>
                <c:pt idx="547">
                  <c:v>Sacramento Ave &amp; 25th St</c:v>
                </c:pt>
                <c:pt idx="548">
                  <c:v>Pulaski Rd &amp; Congress Pkwy</c:v>
                </c:pt>
                <c:pt idx="549">
                  <c:v>Public Rack - Trumbull Ave &amp; 111th St</c:v>
                </c:pt>
                <c:pt idx="550">
                  <c:v>St Louis Ave &amp; 51st St</c:v>
                </c:pt>
                <c:pt idx="551">
                  <c:v>Shields Ave &amp; 28th Pl</c:v>
                </c:pt>
                <c:pt idx="552">
                  <c:v>Woodlawn Ave &amp; Lake Park Ave</c:v>
                </c:pt>
                <c:pt idx="553">
                  <c:v>Steelworkers Park (Updated)</c:v>
                </c:pt>
                <c:pt idx="554">
                  <c:v>Sheridan Rd &amp; Irving Park Rd</c:v>
                </c:pt>
                <c:pt idx="555">
                  <c:v>Woodlawn Ave &amp; 75th St</c:v>
                </c:pt>
                <c:pt idx="556">
                  <c:v>Shields Ave &amp; 57th St</c:v>
                </c:pt>
                <c:pt idx="557">
                  <c:v>Spaulding Ave &amp; Armitage Ave</c:v>
                </c:pt>
                <c:pt idx="558">
                  <c:v>Wells St &amp; Concord Ln</c:v>
                </c:pt>
                <c:pt idx="559">
                  <c:v>Troy St &amp; Grace St</c:v>
                </c:pt>
                <c:pt idx="560">
                  <c:v>Washtenaw Ave &amp; Ogden Ave</c:v>
                </c:pt>
                <c:pt idx="561">
                  <c:v>Springfield Ave &amp; North Ave</c:v>
                </c:pt>
                <c:pt idx="562">
                  <c:v>Addison/Wilton Corral</c:v>
                </c:pt>
                <c:pt idx="563">
                  <c:v>Central Park Blvd &amp; 5th Ave</c:v>
                </c:pt>
                <c:pt idx="564">
                  <c:v>Cicero Ave &amp; Lake St</c:v>
                </c:pt>
                <c:pt idx="565">
                  <c:v>California &amp; 16th St</c:v>
                </c:pt>
                <c:pt idx="566">
                  <c:v>Clarendon Ave &amp; Leland Ave</c:v>
                </c:pt>
                <c:pt idx="567">
                  <c:v>Carpenter St &amp; 63rd St</c:v>
                </c:pt>
                <c:pt idx="568">
                  <c:v>Big Marsh Park</c:v>
                </c:pt>
                <c:pt idx="569">
                  <c:v>Central Ave &amp; Wellington Ave</c:v>
                </c:pt>
                <c:pt idx="570">
                  <c:v>Bissell St &amp; Armitage Ave*</c:v>
                </c:pt>
                <c:pt idx="571">
                  <c:v>Clinton St &amp; Roosevelt Rd</c:v>
                </c:pt>
                <c:pt idx="572">
                  <c:v>Clark St &amp; Lunt Ave</c:v>
                </c:pt>
                <c:pt idx="573">
                  <c:v>Avers Ave &amp; Foster Ave</c:v>
                </c:pt>
                <c:pt idx="574">
                  <c:v>Clark St &amp; Newport St</c:v>
                </c:pt>
                <c:pt idx="575">
                  <c:v>California Ave &amp; Marquette Rd</c:v>
                </c:pt>
                <c:pt idx="576">
                  <c:v>Clark/Eddy</c:v>
                </c:pt>
                <c:pt idx="577">
                  <c:v>Central Park &amp; Augusta Blvd</c:v>
                </c:pt>
                <c:pt idx="578">
                  <c:v>Clark/Newport</c:v>
                </c:pt>
                <c:pt idx="579">
                  <c:v>Halsted St &amp; Armitage Ave</c:v>
                </c:pt>
                <c:pt idx="580">
                  <c:v>Halsted St &amp; Melrose St</c:v>
                </c:pt>
                <c:pt idx="581">
                  <c:v>Damen Ave &amp; Division St</c:v>
                </c:pt>
                <c:pt idx="582">
                  <c:v>Halsted St &amp; Fulton St</c:v>
                </c:pt>
                <c:pt idx="583">
                  <c:v>Francisco Ave &amp; Montrose Ave</c:v>
                </c:pt>
                <c:pt idx="584">
                  <c:v>Halsted St &amp; Lake St</c:v>
                </c:pt>
                <c:pt idx="585">
                  <c:v>Dearborn St &amp; Washington St</c:v>
                </c:pt>
                <c:pt idx="586">
                  <c:v>end_station_name</c:v>
                </c:pt>
                <c:pt idx="587">
                  <c:v>Green St &amp; Randolph St*</c:v>
                </c:pt>
                <c:pt idx="588">
                  <c:v>Eddy/Seminary Corral</c:v>
                </c:pt>
                <c:pt idx="589">
                  <c:v>Drake Ave &amp; Montrose Ave</c:v>
                </c:pt>
                <c:pt idx="590">
                  <c:v>Harding Ave &amp; 31st St</c:v>
                </c:pt>
                <c:pt idx="591">
                  <c:v>Kedzie Ave &amp; Foster Ave</c:v>
                </c:pt>
                <c:pt idx="592">
                  <c:v>Houston Ave &amp; 92nd St</c:v>
                </c:pt>
                <c:pt idx="593">
                  <c:v>Green St &amp; Chicago Ave</c:v>
                </c:pt>
                <c:pt idx="594">
                  <c:v>Elizabeth St &amp; Fulton St</c:v>
                </c:pt>
                <c:pt idx="595">
                  <c:v>Dearborn St &amp; Erie St</c:v>
                </c:pt>
                <c:pt idx="596">
                  <c:v>Karlov Ave &amp; Madison St</c:v>
                </c:pt>
                <c:pt idx="597">
                  <c:v>Dorchester Ave &amp; 63rd St</c:v>
                </c:pt>
                <c:pt idx="598">
                  <c:v>Dearborn St &amp; Adams St Corral</c:v>
                </c:pt>
                <c:pt idx="599">
                  <c:v>Franciso Ave &amp; Bloomingdale Ave</c:v>
                </c:pt>
                <c:pt idx="600">
                  <c:v>Damen Ave &amp; Clybourn Ave</c:v>
                </c:pt>
                <c:pt idx="601">
                  <c:v>Lock St &amp; 31st St</c:v>
                </c:pt>
                <c:pt idx="602">
                  <c:v>Merrimac Park</c:v>
                </c:pt>
                <c:pt idx="603">
                  <c:v>Michigan Ave &amp; Oak St</c:v>
                </c:pt>
                <c:pt idx="604">
                  <c:v>Laflin St &amp; 115th St</c:v>
                </c:pt>
                <c:pt idx="605">
                  <c:v>Le Mai Ave &amp; Devon Ave</c:v>
                </c:pt>
                <c:pt idx="606">
                  <c:v>Lincoln Ave &amp; Byron St</c:v>
                </c:pt>
                <c:pt idx="607">
                  <c:v>Milwaukee Ave &amp; The 606</c:v>
                </c:pt>
                <c:pt idx="608">
                  <c:v>Kilbourn Ave &amp; Roscoe St</c:v>
                </c:pt>
                <c:pt idx="609">
                  <c:v>MLK Jr Dr &amp; Pershing Rd</c:v>
                </c:pt>
                <c:pt idx="610">
                  <c:v>Martin Luther King Dr &amp; 111th St</c:v>
                </c:pt>
                <c:pt idx="611">
                  <c:v>Montrose Harbor</c:v>
                </c:pt>
                <c:pt idx="612">
                  <c:v>New St &amp; Illinois St</c:v>
                </c:pt>
                <c:pt idx="613">
                  <c:v>Morgan Ave &amp; 14th Pl</c:v>
                </c:pt>
                <c:pt idx="614">
                  <c:v>Lincoln Ave &amp; Winona St</c:v>
                </c:pt>
                <c:pt idx="615">
                  <c:v>Kostner Ave &amp; 63rd St</c:v>
                </c:pt>
                <c:pt idx="616">
                  <c:v>LaSalle St &amp; Washington St Corral</c:v>
                </c:pt>
                <c:pt idx="617">
                  <c:v>N Southport Ave &amp; W Newport Ave</c:v>
                </c:pt>
                <c:pt idx="618">
                  <c:v>Long Ave &amp; Belden Ave</c:v>
                </c:pt>
                <c:pt idx="619">
                  <c:v>Narragansett Ave &amp; Montrose Ave</c:v>
                </c:pt>
                <c:pt idx="620">
                  <c:v>Lincoln Ave &amp; Belle Plaine Ave</c:v>
                </c:pt>
                <c:pt idx="621">
                  <c:v>Narragansett Ave &amp; Wrightwood Ave</c:v>
                </c:pt>
                <c:pt idx="622">
                  <c:v>Public Rack - Ave L &amp; 105th St</c:v>
                </c:pt>
                <c:pt idx="623">
                  <c:v>Public Rack - Aida Food Market</c:v>
                </c:pt>
                <c:pt idx="624">
                  <c:v>Public Rack - Avers Ave &amp; Ogden Ave</c:v>
                </c:pt>
                <c:pt idx="625">
                  <c:v>Paulina Ave &amp; North Ave</c:v>
                </c:pt>
                <c:pt idx="626">
                  <c:v>Public Rack - Bishop St &amp; 81st St</c:v>
                </c:pt>
                <c:pt idx="627">
                  <c:v>Public Rack - Albany Ave &amp; 103rd St</c:v>
                </c:pt>
                <c:pt idx="628">
                  <c:v>Oketo Ave &amp; Addison St</c:v>
                </c:pt>
                <c:pt idx="629">
                  <c:v>Princeton Ave &amp; 95th St</c:v>
                </c:pt>
                <c:pt idx="630">
                  <c:v>Public Rack - Avenue O &amp; 118th St</c:v>
                </c:pt>
                <c:pt idx="631">
                  <c:v>Public Rack - Austin Branch Chicago Public Library</c:v>
                </c:pt>
                <c:pt idx="632">
                  <c:v>Public Rack - Ewing Ave &amp; 101st St</c:v>
                </c:pt>
                <c:pt idx="633">
                  <c:v>Public Rack - 63rd &amp; Western Ave N</c:v>
                </c:pt>
                <c:pt idx="634">
                  <c:v>Public Rack - California Ave &amp; Touhy Ave - NW</c:v>
                </c:pt>
                <c:pt idx="635">
                  <c:v>Public Rack - Bensley Ave &amp; 103rd St</c:v>
                </c:pt>
                <c:pt idx="636">
                  <c:v>Public Rack - Elston Ave &amp; Kenneth Ave</c:v>
                </c:pt>
                <c:pt idx="637">
                  <c:v>Pershing Rd &amp; Sacramento Ave</c:v>
                </c:pt>
                <c:pt idx="638">
                  <c:v>Ogden Ave &amp; Chicago Ave</c:v>
                </c:pt>
                <c:pt idx="639">
                  <c:v>Public Rack - Avers Ave &amp; Irving Park Rd</c:v>
                </c:pt>
                <c:pt idx="640">
                  <c:v>Public Rack - Ada St &amp; 119th St</c:v>
                </c:pt>
                <c:pt idx="641">
                  <c:v>Public Rack - Halsted St &amp; 41st St</c:v>
                </c:pt>
                <c:pt idx="642">
                  <c:v>Public Rack - Leoti Ave &amp; Central Ave (south)</c:v>
                </c:pt>
                <c:pt idx="643">
                  <c:v>Public Rack - Laramie Ave &amp; Fullerton Ave</c:v>
                </c:pt>
                <c:pt idx="644">
                  <c:v>Public Rack - Newcastle Ave &amp; Belden Ave</c:v>
                </c:pt>
                <c:pt idx="645">
                  <c:v>Public Rack - Kedzie &amp; 103rd St - East</c:v>
                </c:pt>
                <c:pt idx="646">
                  <c:v>Public Rack - Kenneth &amp; Carmen</c:v>
                </c:pt>
                <c:pt idx="647">
                  <c:v>Public Rack - Lorel Ave &amp; Grand Ave</c:v>
                </c:pt>
                <c:pt idx="648">
                  <c:v>Public Rack - Karlov Ave &amp; Lawrence Ave</c:v>
                </c:pt>
                <c:pt idx="649">
                  <c:v>Public Rack - Mason Ave &amp; Roosevelt Rd</c:v>
                </c:pt>
                <c:pt idx="650">
                  <c:v>Public Rack - Kostner &amp; Peterson</c:v>
                </c:pt>
                <c:pt idx="651">
                  <c:v>Public Rack - Hollywood Park</c:v>
                </c:pt>
                <c:pt idx="652">
                  <c:v>Public Rack - Kedvale Ave &amp; 63rd St E</c:v>
                </c:pt>
                <c:pt idx="653">
                  <c:v>Public Rack - Menard Ave &amp; Agusta Blvd</c:v>
                </c:pt>
                <c:pt idx="654">
                  <c:v>Public Rack - Harvard Ave &amp; 119th St</c:v>
                </c:pt>
                <c:pt idx="655">
                  <c:v>Public Rack - Menard Ave &amp; Dakin St - midblock</c:v>
                </c:pt>
                <c:pt idx="656">
                  <c:v>Public Rack - Laramie Ave &amp; Belmont Ave</c:v>
                </c:pt>
                <c:pt idx="657">
                  <c:v>Public Rack - Kedzie Ave &amp; 61st Pl E</c:v>
                </c:pt>
                <c:pt idx="658">
                  <c:v>Public Rack - Kenton &amp; Lawrence</c:v>
                </c:pt>
                <c:pt idx="659">
                  <c:v>Public Rack - Indiana Ave &amp; 111th St</c:v>
                </c:pt>
                <c:pt idx="660">
                  <c:v>Public Rack - Kedvale Ave &amp; 26th St</c:v>
                </c:pt>
                <c:pt idx="661">
                  <c:v>Public Rack - Michigan Ave &amp; 113th St</c:v>
                </c:pt>
                <c:pt idx="662">
                  <c:v>Public Rack - Lake Shore Dr &amp; Hayes Dr</c:v>
                </c:pt>
                <c:pt idx="663">
                  <c:v>Public Rack - Homan &amp; 79th</c:v>
                </c:pt>
                <c:pt idx="664">
                  <c:v>Public Rack - Kildare Ave &amp; Division Ave</c:v>
                </c:pt>
                <c:pt idx="665">
                  <c:v>Public Rack - Michigan Ave &amp; 96th St</c:v>
                </c:pt>
                <c:pt idx="666">
                  <c:v>Public Rack - Karlov Ave &amp; Kamerling Ave</c:v>
                </c:pt>
                <c:pt idx="667">
                  <c:v>Public Rack - Milwaukee Ave &amp; Kennedy Expy</c:v>
                </c:pt>
                <c:pt idx="668">
                  <c:v>Public Rack - Lafayette Ave &amp; 87th St SW</c:v>
                </c:pt>
                <c:pt idx="669">
                  <c:v>Public Rack - Mozart Elementary School</c:v>
                </c:pt>
                <c:pt idx="670">
                  <c:v>Public Rack - Wood St &amp; 103rd St</c:v>
                </c:pt>
                <c:pt idx="671">
                  <c:v>Rockwell St &amp; Division St</c:v>
                </c:pt>
                <c:pt idx="672">
                  <c:v>Public Rack - Pulaski &amp; 84th</c:v>
                </c:pt>
                <c:pt idx="673">
                  <c:v>Racine Ave &amp; Belmont Ave</c:v>
                </c:pt>
                <c:pt idx="674">
                  <c:v>Public Rack - The Montessori School of Englewood</c:v>
                </c:pt>
                <c:pt idx="675">
                  <c:v>Public Rack - Wentworth Park</c:v>
                </c:pt>
                <c:pt idx="676">
                  <c:v>Public Rack - Western Ave &amp; 92nd Pl</c:v>
                </c:pt>
                <c:pt idx="677">
                  <c:v>Rhodes Ave &amp; 32nd St</c:v>
                </c:pt>
                <c:pt idx="678">
                  <c:v>S Wentworth Ave &amp; W 111th St</c:v>
                </c:pt>
                <c:pt idx="679">
                  <c:v>Public Rack - St Louis Ave &amp; Flournoy St</c:v>
                </c:pt>
                <c:pt idx="680">
                  <c:v>Public Rack - Yates Ave &amp; 100th St</c:v>
                </c:pt>
                <c:pt idx="681">
                  <c:v>Racine Ave &amp; 35th St</c:v>
                </c:pt>
                <c:pt idx="682">
                  <c:v>Public Rack - Oak Park &amp; Higgins</c:v>
                </c:pt>
                <c:pt idx="683">
                  <c:v>Pulaski Rd &amp; 75th St</c:v>
                </c:pt>
                <c:pt idx="684">
                  <c:v>Public Rack - Wrightwood Metra Station</c:v>
                </c:pt>
                <c:pt idx="685">
                  <c:v>Public Rack - Wentworth Ave &amp; 103rd St</c:v>
                </c:pt>
                <c:pt idx="686">
                  <c:v>Sawyer Ave &amp; Fullerton Ave</c:v>
                </c:pt>
                <c:pt idx="687">
                  <c:v>Public Rack - Peterson Ave &amp; Bernard Ave</c:v>
                </c:pt>
                <c:pt idx="688">
                  <c:v>Sangamon St &amp; Lake St</c:v>
                </c:pt>
                <c:pt idx="689">
                  <c:v>Racine Ave &amp; Broadway</c:v>
                </c:pt>
                <c:pt idx="690">
                  <c:v>Sangamon St &amp; Washington Blvd</c:v>
                </c:pt>
                <c:pt idx="691">
                  <c:v>Wallace St &amp; 35th St</c:v>
                </c:pt>
                <c:pt idx="692">
                  <c:v>Sedgwick St &amp; Huron St</c:v>
                </c:pt>
                <c:pt idx="693">
                  <c:v>Warren Park West</c:v>
                </c:pt>
                <c:pt idx="694">
                  <c:v>Western Ave &amp; Division St</c:v>
                </c:pt>
                <c:pt idx="695">
                  <c:v>Wellington Ave &amp; Mulligan Ave</c:v>
                </c:pt>
                <c:pt idx="696">
                  <c:v>Sheridan Rd &amp; Buena Ave</c:v>
                </c:pt>
                <c:pt idx="697">
                  <c:v>State St &amp; 54th St</c:v>
                </c:pt>
                <c:pt idx="698">
                  <c:v>Stewart Ave &amp; 83rd St</c:v>
                </c:pt>
                <c:pt idx="699">
                  <c:v>Wells St &amp; Institute Pl</c:v>
                </c:pt>
                <c:pt idx="700">
                  <c:v>Shedd Aquarium</c:v>
                </c:pt>
                <c:pt idx="701">
                  <c:v>St Louis Ave &amp; 59th St</c:v>
                </c:pt>
                <c:pt idx="702">
                  <c:v>South Shore Dr &amp; 71st St</c:v>
                </c:pt>
                <c:pt idx="703">
                  <c:v>Western Ave &amp; 28th St</c:v>
                </c:pt>
                <c:pt idx="704">
                  <c:v>Wilton Ave &amp; Diversey Pkwy</c:v>
                </c:pt>
                <c:pt idx="705">
                  <c:v>State St &amp; 33rd St</c:v>
                </c:pt>
                <c:pt idx="706">
                  <c:v>Sheffield Ave &amp; Kingsbury St*</c:v>
                </c:pt>
                <c:pt idx="707">
                  <c:v>Wells St &amp; Huron St</c:v>
                </c:pt>
                <c:pt idx="708">
                  <c:v>Wood St &amp; 84th St</c:v>
                </c:pt>
                <c:pt idx="709">
                  <c:v>Wentworth Ave &amp; Cermak Rd*</c:v>
                </c:pt>
                <c:pt idx="710">
                  <c:v>Stony Island Ave &amp; South Chicago Ave</c:v>
                </c:pt>
                <c:pt idx="711">
                  <c:v>Troy Ave &amp; 27th St</c:v>
                </c:pt>
                <c:pt idx="712">
                  <c:v>Talman Ave &amp; Addison St</c:v>
                </c:pt>
                <c:pt idx="713">
                  <c:v>Western Ave &amp; 43rd St</c:v>
                </c:pt>
                <c:pt idx="714">
                  <c:v>Woodlawn &amp; 103rd</c:v>
                </c:pt>
                <c:pt idx="715">
                  <c:v>Southport Ave &amp; Wellington Ave</c:v>
                </c:pt>
                <c:pt idx="716">
                  <c:v>Sheffield/Cornelia Corral</c:v>
                </c:pt>
                <c:pt idx="717">
                  <c:v>Cicero Ave &amp; Quincy St</c:v>
                </c:pt>
                <c:pt idx="718">
                  <c:v>Chicago Ave &amp; Washington St</c:v>
                </c:pt>
                <c:pt idx="719">
                  <c:v>Budlong Woods Library</c:v>
                </c:pt>
                <c:pt idx="720">
                  <c:v>Albany Ave &amp; Bloomingdale Ave</c:v>
                </c:pt>
                <c:pt idx="721">
                  <c:v>California Ave &amp; Fletcher St</c:v>
                </c:pt>
                <c:pt idx="722">
                  <c:v>Ashland Ave &amp; Grand Ave</c:v>
                </c:pt>
                <c:pt idx="723">
                  <c:v>California Ave &amp; Granville Ave</c:v>
                </c:pt>
                <c:pt idx="724">
                  <c:v>Burley Ave &amp; 85th St</c:v>
                </c:pt>
                <c:pt idx="725">
                  <c:v>California Ave &amp; Winona St</c:v>
                </c:pt>
                <c:pt idx="726">
                  <c:v>Benson Ave &amp; Church St</c:v>
                </c:pt>
                <c:pt idx="727">
                  <c:v>21st St &amp; Pulaski Rd</c:v>
                </c:pt>
                <c:pt idx="728">
                  <c:v>Claremont Ave &amp; Hirsch St</c:v>
                </c:pt>
                <c:pt idx="729">
                  <c:v>Avenue L &amp; 114th St</c:v>
                </c:pt>
                <c:pt idx="730">
                  <c:v>Clarendon Ave &amp; Junior Ter</c:v>
                </c:pt>
                <c:pt idx="731">
                  <c:v>Aberdeen St &amp; Randolph St</c:v>
                </c:pt>
                <c:pt idx="732">
                  <c:v>Ashland Ave &amp; Wrightwood Ave</c:v>
                </c:pt>
                <c:pt idx="733">
                  <c:v>Avers Ave &amp; 16th St</c:v>
                </c:pt>
                <c:pt idx="734">
                  <c:v>63rd St Beach</c:v>
                </c:pt>
                <c:pt idx="735">
                  <c:v>Campbell Ave &amp; Montrose Ave</c:v>
                </c:pt>
                <c:pt idx="736">
                  <c:v>Clark St &amp; Chicago Ave</c:v>
                </c:pt>
                <c:pt idx="737">
                  <c:v>Canal St &amp; Harrison St</c:v>
                </c:pt>
                <c:pt idx="738">
                  <c:v>Clark St &amp; Eddy St </c:v>
                </c:pt>
                <c:pt idx="739">
                  <c:v>Canal St &amp; Lake St</c:v>
                </c:pt>
                <c:pt idx="740">
                  <c:v>Albany Ave &amp; Montrose Ave</c:v>
                </c:pt>
                <c:pt idx="741">
                  <c:v>Canal St &amp; Monroe St</c:v>
                </c:pt>
                <c:pt idx="742">
                  <c:v>Clark St &amp; Ida B Wells Dr</c:v>
                </c:pt>
                <c:pt idx="743">
                  <c:v>Cannon Dr &amp; Fullerton Ave</c:v>
                </c:pt>
                <c:pt idx="744">
                  <c:v>Addison/Racine</c:v>
                </c:pt>
                <c:pt idx="745">
                  <c:v>Burling St &amp; Diversey Pkwy*</c:v>
                </c:pt>
                <c:pt idx="746">
                  <c:v>Clark St &amp; Leland Ave</c:v>
                </c:pt>
                <c:pt idx="747">
                  <c:v>Avondale Ave &amp; Irving Park Rd</c:v>
                </c:pt>
                <c:pt idx="748">
                  <c:v>Clark St &amp; Montrose Ave</c:v>
                </c:pt>
                <c:pt idx="749">
                  <c:v>Central Ave &amp; Roscoe St</c:v>
                </c:pt>
                <c:pt idx="750">
                  <c:v>Aberdeen St &amp; Monroe St</c:v>
                </c:pt>
                <c:pt idx="751">
                  <c:v>Central Park Ave &amp; 24th St</c:v>
                </c:pt>
                <c:pt idx="752">
                  <c:v>Archer &amp; Wentworth</c:v>
                </c:pt>
                <c:pt idx="753">
                  <c:v>Baltimore Ave &amp; 133rd St</c:v>
                </c:pt>
                <c:pt idx="754">
                  <c:v>Archer (Damen) Ave &amp; 37th St</c:v>
                </c:pt>
                <c:pt idx="755">
                  <c:v>Central Park Ave &amp; Ohio St</c:v>
                </c:pt>
                <c:pt idx="756">
                  <c:v>Broadway &amp; Barry Ave</c:v>
                </c:pt>
                <c:pt idx="757">
                  <c:v>Chicago Ave &amp; Sheridan Rd</c:v>
                </c:pt>
                <c:pt idx="758">
                  <c:v>California Ave &amp; 71st St</c:v>
                </c:pt>
                <c:pt idx="759">
                  <c:v>Austin Ave &amp; Milwaukee Ave</c:v>
                </c:pt>
                <c:pt idx="760">
                  <c:v>Broadway &amp; Belmont Ave</c:v>
                </c:pt>
                <c:pt idx="761">
                  <c:v>Austin Blvd &amp; Madison St</c:v>
                </c:pt>
                <c:pt idx="762">
                  <c:v>Broadway &amp; Berwyn Ave</c:v>
                </c:pt>
                <c:pt idx="763">
                  <c:v>Calumet Ave &amp; 71st St</c:v>
                </c:pt>
                <c:pt idx="764">
                  <c:v>Broadway &amp; Cornelia Ave</c:v>
                </c:pt>
                <c:pt idx="765">
                  <c:v>Campbell Ave &amp; Irving Park Rd</c:v>
                </c:pt>
                <c:pt idx="766">
                  <c:v>Broadway &amp; Cuyler Ave</c:v>
                </c:pt>
                <c:pt idx="767">
                  <c:v>Canal St &amp; Jackson Blvd</c:v>
                </c:pt>
                <c:pt idx="768">
                  <c:v>Broadway &amp; Granville Ave</c:v>
                </c:pt>
                <c:pt idx="769">
                  <c:v>Canal St &amp; Taylor St</c:v>
                </c:pt>
                <c:pt idx="770">
                  <c:v>Clinton St &amp; Washington Blvd</c:v>
                </c:pt>
                <c:pt idx="771">
                  <c:v>Central Ave &amp; Chicago Ave</c:v>
                </c:pt>
                <c:pt idx="772">
                  <c:v>Clybourn Ave &amp; Division St</c:v>
                </c:pt>
                <c:pt idx="773">
                  <c:v>Burnham Greenway &amp; 105th St</c:v>
                </c:pt>
                <c:pt idx="774">
                  <c:v>Columbus Ave &amp; 83rd Pl</c:v>
                </c:pt>
                <c:pt idx="775">
                  <c:v>Albany Ave &amp; 26th St</c:v>
                </c:pt>
                <c:pt idx="776">
                  <c:v>Columbus Dr &amp; Randolph St</c:v>
                </c:pt>
                <c:pt idx="777">
                  <c:v>Ashland Ave &amp; 74th St</c:v>
                </c:pt>
                <c:pt idx="778">
                  <c:v>Broadway &amp; Ridge Ave</c:v>
                </c:pt>
                <c:pt idx="779">
                  <c:v>Calumet Ave &amp; 33rd St</c:v>
                </c:pt>
                <c:pt idx="780">
                  <c:v>Commercial Ave &amp; 130th St</c:v>
                </c:pt>
                <c:pt idx="781">
                  <c:v>Campbell Ave &amp; North Ave</c:v>
                </c:pt>
                <c:pt idx="782">
                  <c:v>Constance Ave &amp; 95th St</c:v>
                </c:pt>
                <c:pt idx="783">
                  <c:v>Burling St &amp; Diversey Pkwy</c:v>
                </c:pt>
                <c:pt idx="784">
                  <c:v>Cornell Ave &amp; Hyde Park Blvd</c:v>
                </c:pt>
                <c:pt idx="785">
                  <c:v>Central Park Ave &amp; 66th St</c:v>
                </c:pt>
                <c:pt idx="786">
                  <c:v>Broadway &amp; Sheridan Rd</c:v>
                </c:pt>
                <c:pt idx="787">
                  <c:v>California Ave &amp; Montrose Ave</c:v>
                </c:pt>
                <c:pt idx="788">
                  <c:v>Ashland Ave &amp; Garfield Blvd</c:v>
                </c:pt>
                <c:pt idx="789">
                  <c:v>Addison/Sheffield SW Corral</c:v>
                </c:pt>
                <c:pt idx="790">
                  <c:v>Daley Center Plaza Corral</c:v>
                </c:pt>
                <c:pt idx="791">
                  <c:v>Baltimore Ave &amp; 87th St</c:v>
                </c:pt>
                <c:pt idx="792">
                  <c:v>Artesian Ave &amp; Hubbard St</c:v>
                </c:pt>
                <c:pt idx="793">
                  <c:v>Central Ave &amp; Parker Ave</c:v>
                </c:pt>
                <c:pt idx="794">
                  <c:v>Broadway &amp; Waveland Ave</c:v>
                </c:pt>
                <c:pt idx="795">
                  <c:v>Campbell Ave &amp; Augusta Blvd</c:v>
                </c:pt>
                <c:pt idx="796">
                  <c:v>Broadway &amp; Wilson Ave</c:v>
                </c:pt>
                <c:pt idx="797">
                  <c:v>Eberhart Ave &amp; 131st St</c:v>
                </c:pt>
                <c:pt idx="798">
                  <c:v>Edgebrook Metra</c:v>
                </c:pt>
                <c:pt idx="799">
                  <c:v>Hastings LWS</c:v>
                </c:pt>
                <c:pt idx="800">
                  <c:v>Green St &amp; 86th St</c:v>
                </c:pt>
                <c:pt idx="801">
                  <c:v>Damen Ave &amp; Wellington Ave</c:v>
                </c:pt>
                <c:pt idx="802">
                  <c:v>Dorchester Ave &amp; 49th St</c:v>
                </c:pt>
                <c:pt idx="803">
                  <c:v>Homan Ave &amp; 26th St</c:v>
                </c:pt>
                <c:pt idx="804">
                  <c:v>Dearborn St &amp; Monroe St</c:v>
                </c:pt>
                <c:pt idx="805">
                  <c:v>Homan Ave &amp; 65th St</c:v>
                </c:pt>
                <c:pt idx="806">
                  <c:v>Greenview Ave &amp; Diversey Pkwy</c:v>
                </c:pt>
                <c:pt idx="807">
                  <c:v>Damen Ave &amp; Foster Ave</c:v>
                </c:pt>
                <c:pt idx="808">
                  <c:v>Dorchester Ave &amp; 53rd St</c:v>
                </c:pt>
                <c:pt idx="809">
                  <c:v>Homewood Ave &amp; 115th St</c:v>
                </c:pt>
                <c:pt idx="810">
                  <c:v>Franklin St &amp; Adams St (Temp)</c:v>
                </c:pt>
                <c:pt idx="811">
                  <c:v>Honore St &amp; Division St</c:v>
                </c:pt>
                <c:pt idx="812">
                  <c:v>Halsted St &amp; 111th St</c:v>
                </c:pt>
                <c:pt idx="813">
                  <c:v>Kedzie Ave &amp; Roosevelt Rd</c:v>
                </c:pt>
                <c:pt idx="814">
                  <c:v>Halsted St &amp; 18th St</c:v>
                </c:pt>
                <c:pt idx="815">
                  <c:v>Hoyne Ave &amp; 34th St</c:v>
                </c:pt>
                <c:pt idx="816">
                  <c:v>DuSable Lake Shore Dr &amp; Belmont Ave</c:v>
                </c:pt>
                <c:pt idx="817">
                  <c:v>Hoyne Ave &amp; 47th St</c:v>
                </c:pt>
                <c:pt idx="818">
                  <c:v>Halsted St &amp; 56th St</c:v>
                </c:pt>
                <c:pt idx="819">
                  <c:v>Hoyne Ave &amp; Balmoral Ave</c:v>
                </c:pt>
                <c:pt idx="820">
                  <c:v>Damen Ave &amp; St Paul Ave</c:v>
                </c:pt>
                <c:pt idx="821">
                  <c:v>Eggleston Ave &amp; 69th St</c:v>
                </c:pt>
                <c:pt idx="822">
                  <c:v>Halsted St &amp; 93rd St</c:v>
                </c:pt>
                <c:pt idx="823">
                  <c:v>Hudson Ave &amp; Armitage Ave</c:v>
                </c:pt>
                <c:pt idx="824">
                  <c:v>Elston Ave &amp; Wabansia Ave</c:v>
                </c:pt>
                <c:pt idx="825">
                  <c:v>Elizabeth St &amp; 47th St</c:v>
                </c:pt>
                <c:pt idx="826">
                  <c:v>Halsted St &amp; Court Pl</c:v>
                </c:pt>
                <c:pt idx="827">
                  <c:v>Fairbanks Ct &amp; Grand Ave</c:v>
                </c:pt>
                <c:pt idx="828">
                  <c:v>Franklin St &amp; Lake St</c:v>
                </c:pt>
                <c:pt idx="829">
                  <c:v>Dauphin Ave &amp; 103rd St</c:v>
                </c:pt>
                <c:pt idx="830">
                  <c:v>Halsted St &amp; Maxwell St</c:v>
                </c:pt>
                <c:pt idx="831">
                  <c:v>Indiana Ave &amp; 31st St</c:v>
                </c:pt>
                <c:pt idx="832">
                  <c:v>Desplaines St &amp; Kinzie St</c:v>
                </c:pt>
                <c:pt idx="833">
                  <c:v>Indiana Ave &amp; Roosevelt Rd</c:v>
                </c:pt>
                <c:pt idx="834">
                  <c:v>Dearborn St &amp; Madison St</c:v>
                </c:pt>
                <c:pt idx="835">
                  <c:v>Glenwood Ave &amp; Touhy Ave</c:v>
                </c:pt>
                <c:pt idx="836">
                  <c:v>Franklin St &amp; Monroe St Corral</c:v>
                </c:pt>
                <c:pt idx="837">
                  <c:v>Jeffery Blvd &amp; 76th St</c:v>
                </c:pt>
                <c:pt idx="838">
                  <c:v>Dodge Ave &amp; Church St</c:v>
                </c:pt>
                <c:pt idx="839">
                  <c:v>Karlov Ave &amp; Armitage Ave</c:v>
                </c:pt>
                <c:pt idx="840">
                  <c:v>Harlem Ave &amp; Bloomingdale Ave</c:v>
                </c:pt>
                <c:pt idx="841">
                  <c:v>Fairbanks St &amp; Superior St</c:v>
                </c:pt>
                <c:pt idx="842">
                  <c:v>Damen Ave &amp; Melrose Ave</c:v>
                </c:pt>
                <c:pt idx="843">
                  <c:v>Grace St &amp; Central Ave</c:v>
                </c:pt>
                <c:pt idx="844">
                  <c:v>Green St &amp; Madison St</c:v>
                </c:pt>
                <c:pt idx="845">
                  <c:v>Ellis Ave &amp; 55th St</c:v>
                </c:pt>
                <c:pt idx="846">
                  <c:v>Greenview Ave &amp; Jarvis Ave</c:v>
                </c:pt>
                <c:pt idx="847">
                  <c:v>Kedzie Ave &amp; 110th St</c:v>
                </c:pt>
                <c:pt idx="848">
                  <c:v>Drake Ave &amp; Addison St</c:v>
                </c:pt>
                <c:pt idx="849">
                  <c:v>Grace/Sheffield</c:v>
                </c:pt>
                <c:pt idx="850">
                  <c:v>Damen Ave &amp; Pierce Ave</c:v>
                </c:pt>
                <c:pt idx="851">
                  <c:v>Kedzie Ave &amp; 24th St</c:v>
                </c:pt>
                <c:pt idx="852">
                  <c:v>DuSable Lake Shore Dr &amp; Diversey Pkwy</c:v>
                </c:pt>
                <c:pt idx="853">
                  <c:v>Ellis Ave &amp; 60th St</c:v>
                </c:pt>
                <c:pt idx="854">
                  <c:v>Halsted St &amp; 96th St</c:v>
                </c:pt>
                <c:pt idx="855">
                  <c:v>Fairfield Ave &amp; Roosevelt Rd</c:v>
                </c:pt>
                <c:pt idx="856">
                  <c:v>Halsted St &amp; Dickens Ave</c:v>
                </c:pt>
                <c:pt idx="857">
                  <c:v>Kedzie Ave &amp; 60th St</c:v>
                </c:pt>
                <c:pt idx="858">
                  <c:v>Field Blvd &amp; South Water St</c:v>
                </c:pt>
                <c:pt idx="859">
                  <c:v>Federal St &amp; Polk St</c:v>
                </c:pt>
                <c:pt idx="860">
                  <c:v>Hamlin Ave &amp; 62nd Pl</c:v>
                </c:pt>
                <c:pt idx="861">
                  <c:v>Kedzie Ave &amp; Archer Ave</c:v>
                </c:pt>
                <c:pt idx="862">
                  <c:v>Harding Ave &amp; Chicago Ave</c:v>
                </c:pt>
                <c:pt idx="863">
                  <c:v>Kedzie Ave &amp; Armitage Ave</c:v>
                </c:pt>
                <c:pt idx="864">
                  <c:v>Fort Dearborn Dr &amp; 31st St</c:v>
                </c:pt>
                <c:pt idx="865">
                  <c:v>Kedzie Ave &amp; Bryn Mawr Ave</c:v>
                </c:pt>
                <c:pt idx="866">
                  <c:v>Greenwood Ave &amp; 91st St</c:v>
                </c:pt>
                <c:pt idx="867">
                  <c:v>Damen Ave &amp; Chicago Ave</c:v>
                </c:pt>
                <c:pt idx="868">
                  <c:v>Francisco Ave &amp; 85th St</c:v>
                </c:pt>
                <c:pt idx="869">
                  <c:v>Evans Ave &amp; 75th St</c:v>
                </c:pt>
                <c:pt idx="870">
                  <c:v>Franklin St &amp; Illinois St</c:v>
                </c:pt>
                <c:pt idx="871">
                  <c:v>Kedzie Ave &amp; George St</c:v>
                </c:pt>
                <c:pt idx="872">
                  <c:v>Ewing Ave &amp; 98th St</c:v>
                </c:pt>
                <c:pt idx="873">
                  <c:v>Kedzie Ave &amp; Harrison St</c:v>
                </c:pt>
                <c:pt idx="874">
                  <c:v>Harper Ave &amp; 55th St</c:v>
                </c:pt>
                <c:pt idx="875">
                  <c:v>Kedzie Ave &amp; Jackson Blvd</c:v>
                </c:pt>
                <c:pt idx="876">
                  <c:v>Franklin St &amp; Adams St Corral</c:v>
                </c:pt>
                <c:pt idx="877">
                  <c:v>Kedzie Ave &amp; Lake St</c:v>
                </c:pt>
                <c:pt idx="878">
                  <c:v>Damen Ave &amp; Cortland St</c:v>
                </c:pt>
                <c:pt idx="879">
                  <c:v>Kedzie Ave &amp; Leland Ave</c:v>
                </c:pt>
                <c:pt idx="880">
                  <c:v>Ewing Ave &amp; 106th St</c:v>
                </c:pt>
                <c:pt idx="881">
                  <c:v>Kedzie Ave &amp; Milwaukee Ave</c:v>
                </c:pt>
                <c:pt idx="882">
                  <c:v>Harding Ave &amp; 26th St</c:v>
                </c:pt>
                <c:pt idx="883">
                  <c:v>Kedzie Ave &amp; Palmer Ct</c:v>
                </c:pt>
                <c:pt idx="884">
                  <c:v>East End Ave &amp; 87th St</c:v>
                </c:pt>
                <c:pt idx="885">
                  <c:v>Dearborn Pkwy &amp; Delaware Pl</c:v>
                </c:pt>
                <c:pt idx="886">
                  <c:v>Lavergne Ave &amp; 44th St</c:v>
                </c:pt>
                <c:pt idx="887">
                  <c:v>Mies van der Rohe Way &amp; Chestnut St</c:v>
                </c:pt>
                <c:pt idx="888">
                  <c:v>Kenneth Ave &amp; Lawrence Ave</c:v>
                </c:pt>
                <c:pt idx="889">
                  <c:v>Mies van der Rohe Way &amp; Chicago Ave</c:v>
                </c:pt>
                <c:pt idx="890">
                  <c:v>Long Ave &amp; Belmont Ave</c:v>
                </c:pt>
                <c:pt idx="891">
                  <c:v>Millard Ave &amp; 26th St</c:v>
                </c:pt>
                <c:pt idx="892">
                  <c:v>Loomis St &amp; Archer Ave</c:v>
                </c:pt>
                <c:pt idx="893">
                  <c:v>Millennium Park</c:v>
                </c:pt>
                <c:pt idx="894">
                  <c:v>Larrabee St &amp; Chicago Ave</c:v>
                </c:pt>
                <c:pt idx="895">
                  <c:v>Lawndale Ave &amp; 59th St</c:v>
                </c:pt>
                <c:pt idx="896">
                  <c:v>Major Ave &amp; Addison St</c:v>
                </c:pt>
                <c:pt idx="897">
                  <c:v>Milwaukee Ave &amp; Agatite Ave</c:v>
                </c:pt>
                <c:pt idx="898">
                  <c:v>Larrabee St &amp; Kingsbury St 1</c:v>
                </c:pt>
                <c:pt idx="899">
                  <c:v>Milwaukee Ave &amp; Ainslie St</c:v>
                </c:pt>
                <c:pt idx="900">
                  <c:v>Larrabee St &amp; Webster Ave</c:v>
                </c:pt>
                <c:pt idx="901">
                  <c:v>Milwaukee Ave &amp; Armitage Ave</c:v>
                </c:pt>
                <c:pt idx="902">
                  <c:v>Kildare &amp; Cermak</c:v>
                </c:pt>
                <c:pt idx="903">
                  <c:v>Milwaukee Ave &amp; Fullerton Ave</c:v>
                </c:pt>
                <c:pt idx="904">
                  <c:v>LaSalle St &amp; Adams St</c:v>
                </c:pt>
                <c:pt idx="905">
                  <c:v>Milwaukee Ave &amp; Grand Ave</c:v>
                </c:pt>
                <c:pt idx="906">
                  <c:v>Marmora Ave &amp; Belmont Ave</c:v>
                </c:pt>
                <c:pt idx="907">
                  <c:v>Lakeview Ave &amp; Fullerton Pkwy</c:v>
                </c:pt>
                <c:pt idx="908">
                  <c:v>Marquette Ave &amp; 89th St</c:v>
                </c:pt>
                <c:pt idx="909">
                  <c:v>Lincoln Ave &amp; Roscoe St*</c:v>
                </c:pt>
                <c:pt idx="910">
                  <c:v>LaSalle St &amp; Calhoun Pl Corral</c:v>
                </c:pt>
                <c:pt idx="911">
                  <c:v>Milwaukee Ave &amp; Wabansia Ave</c:v>
                </c:pt>
                <c:pt idx="912">
                  <c:v>Keystone Ave &amp; Fullerton Ave</c:v>
                </c:pt>
                <c:pt idx="913">
                  <c:v>Milwaukee Ave &amp; Wabansia Ave*</c:v>
                </c:pt>
                <c:pt idx="914">
                  <c:v>LaSalle St &amp; Jackson Blvd</c:v>
                </c:pt>
                <c:pt idx="915">
                  <c:v>Leamington Ave &amp; Hirsch St</c:v>
                </c:pt>
                <c:pt idx="916">
                  <c:v>Kenosha Ave &amp; Wellington Ave</c:v>
                </c:pt>
                <c:pt idx="917">
                  <c:v>MLK Jr Dr &amp; 56th St</c:v>
                </c:pt>
                <c:pt idx="918">
                  <c:v>McCormick Blvd &amp; Devon Ave</c:v>
                </c:pt>
                <c:pt idx="919">
                  <c:v>MLK Jr Dr &amp; 63rd St</c:v>
                </c:pt>
                <c:pt idx="920">
                  <c:v>Meade Ave &amp; Fullerton Ave</c:v>
                </c:pt>
                <c:pt idx="921">
                  <c:v>MLK Jr Dr &amp; 83rd St</c:v>
                </c:pt>
                <c:pt idx="922">
                  <c:v>Latrobe Ave &amp; Chicago Ave</c:v>
                </c:pt>
                <c:pt idx="923">
                  <c:v>Kilpatrick Ave &amp; Grand Ave</c:v>
                </c:pt>
                <c:pt idx="924">
                  <c:v>Lincoln Ave &amp; Fullerton Ave</c:v>
                </c:pt>
                <c:pt idx="925">
                  <c:v>Leavitt St &amp; Addison St</c:v>
                </c:pt>
                <c:pt idx="926">
                  <c:v>Michigan Ave &amp; 14th St</c:v>
                </c:pt>
                <c:pt idx="927">
                  <c:v>Monticello Ave &amp; Irving Park Rd</c:v>
                </c:pt>
                <c:pt idx="928">
                  <c:v>Komensky Ave &amp; 55th St</c:v>
                </c:pt>
                <c:pt idx="929">
                  <c:v>Monticello Ave &amp; Lawrence Ave</c:v>
                </c:pt>
                <c:pt idx="930">
                  <c:v>Lawler Ave &amp; North Ave</c:v>
                </c:pt>
                <c:pt idx="931">
                  <c:v>Kilpatrick Ave &amp; Parker Ave</c:v>
                </c:pt>
                <c:pt idx="932">
                  <c:v>Lawndale Ave &amp; 111th St</c:v>
                </c:pt>
                <c:pt idx="933">
                  <c:v>Laflin St &amp; Cullerton St</c:v>
                </c:pt>
                <c:pt idx="934">
                  <c:v>La Villita Park</c:v>
                </c:pt>
                <c:pt idx="935">
                  <c:v>Lamon Ave &amp; Belmont Ave</c:v>
                </c:pt>
                <c:pt idx="936">
                  <c:v>Loomis St &amp; Lexington St*</c:v>
                </c:pt>
                <c:pt idx="937">
                  <c:v>Morgan St &amp; 31st St</c:v>
                </c:pt>
                <c:pt idx="938">
                  <c:v>Major Taylor Trail &amp; 111th St</c:v>
                </c:pt>
                <c:pt idx="939">
                  <c:v>Leavitt St &amp; Armitage Ave</c:v>
                </c:pt>
                <c:pt idx="940">
                  <c:v>Mango Ave &amp; Diversey Ave</c:v>
                </c:pt>
                <c:pt idx="941">
                  <c:v>Morgan St &amp; Pershing Rd</c:v>
                </c:pt>
                <c:pt idx="942">
                  <c:v>Marine Dr &amp; Ainslie St</c:v>
                </c:pt>
                <c:pt idx="943">
                  <c:v>Morgan St &amp; Polk St</c:v>
                </c:pt>
                <c:pt idx="944">
                  <c:v>Marshfield Ave &amp; 44th St</c:v>
                </c:pt>
                <c:pt idx="945">
                  <c:v>Mozart St &amp; 79th St</c:v>
                </c:pt>
                <c:pt idx="946">
                  <c:v>Martin Luther King Dr &amp; 87th St</c:v>
                </c:pt>
                <c:pt idx="947">
                  <c:v>Mozart St &amp; Jackson Blvd</c:v>
                </c:pt>
                <c:pt idx="948">
                  <c:v>LaSalle St &amp; Washington St</c:v>
                </c:pt>
                <c:pt idx="949">
                  <c:v>MTV Hubbard St</c:v>
                </c:pt>
                <c:pt idx="950">
                  <c:v>Keystone Ave &amp; Montrose Ave</c:v>
                </c:pt>
                <c:pt idx="951">
                  <c:v>N Clark St &amp; W Elm St</c:v>
                </c:pt>
                <c:pt idx="952">
                  <c:v>Michigan Ave &amp; 114th St</c:v>
                </c:pt>
                <c:pt idx="953">
                  <c:v>N Green St &amp; W Lake St</c:v>
                </c:pt>
                <c:pt idx="954">
                  <c:v>Lawler Ave &amp; 50th St</c:v>
                </c:pt>
                <c:pt idx="955">
                  <c:v>N Paulina St &amp; Lincoln Ave</c:v>
                </c:pt>
                <c:pt idx="956">
                  <c:v>Kildare Ave &amp; 85th St (Kostner Ave &amp; 87th St TEMPORARY)</c:v>
                </c:pt>
                <c:pt idx="957">
                  <c:v>Leavitt St &amp; Augusta Blvd</c:v>
                </c:pt>
                <c:pt idx="958">
                  <c:v>Kingsbury St &amp; Kinzie St 1</c:v>
                </c:pt>
                <c:pt idx="959">
                  <c:v>Lake Park Ave &amp; 35th St</c:v>
                </c:pt>
                <c:pt idx="960">
                  <c:v>Maplewood Ave &amp; 59th St</c:v>
                </c:pt>
                <c:pt idx="961">
                  <c:v>Nagle Ave &amp; Belmont Ave</c:v>
                </c:pt>
                <c:pt idx="962">
                  <c:v>LaSalle St &amp; Illinois St</c:v>
                </c:pt>
                <c:pt idx="963">
                  <c:v>Narragansett Ave &amp; McLean Ave</c:v>
                </c:pt>
                <c:pt idx="964">
                  <c:v>McCormick Place</c:v>
                </c:pt>
                <c:pt idx="965">
                  <c:v>Noble St &amp; Ohio St</c:v>
                </c:pt>
                <c:pt idx="966">
                  <c:v>Komensky Ave &amp; 31st St</c:v>
                </c:pt>
                <c:pt idx="967">
                  <c:v>Leavitt St &amp; Belmont Ave</c:v>
                </c:pt>
                <c:pt idx="968">
                  <c:v>Laramie Ave &amp; Madison St</c:v>
                </c:pt>
                <c:pt idx="969">
                  <c:v>Kenwood Ave &amp; 57th St</c:v>
                </c:pt>
                <c:pt idx="970">
                  <c:v>Marmora Ave &amp; Irving Park Rd</c:v>
                </c:pt>
                <c:pt idx="971">
                  <c:v>Laramie Ave &amp; Gladys Ave</c:v>
                </c:pt>
                <c:pt idx="972">
                  <c:v>Leavitt St &amp; Hirsch St</c:v>
                </c:pt>
                <c:pt idx="973">
                  <c:v>NEW HASTINGS </c:v>
                </c:pt>
                <c:pt idx="974">
                  <c:v>Larrabee St &amp; Kingsbury St 2</c:v>
                </c:pt>
                <c:pt idx="975">
                  <c:v>Kingsbury St &amp; Erie St</c:v>
                </c:pt>
                <c:pt idx="976">
                  <c:v>Lake Park Ave &amp; 56th St</c:v>
                </c:pt>
                <c:pt idx="977">
                  <c:v>Kostner Ave &amp; Lake St</c:v>
                </c:pt>
                <c:pt idx="978">
                  <c:v>May St &amp; Cullerton St</c:v>
                </c:pt>
                <c:pt idx="979">
                  <c:v>Noble St &amp; Milwaukee Ave</c:v>
                </c:pt>
                <c:pt idx="980">
                  <c:v>Public Rack - Calumet Ave &amp; 71st St</c:v>
                </c:pt>
                <c:pt idx="981">
                  <c:v>Public Rack - Cicero Ave &amp; North Ave</c:v>
                </c:pt>
                <c:pt idx="982">
                  <c:v>Public Rack - Austin Ave &amp; Wellington Ave</c:v>
                </c:pt>
                <c:pt idx="983">
                  <c:v>Public Rack - Halsted St &amp; 95th St - SW</c:v>
                </c:pt>
                <c:pt idx="984">
                  <c:v>Orleans St &amp; Elm St</c:v>
                </c:pt>
                <c:pt idx="985">
                  <c:v>Public Rack - Cicero Ave &amp; Le Moyne St - midblock</c:v>
                </c:pt>
                <c:pt idx="986">
                  <c:v>Pine Grove Ave &amp; Irving Park Rd</c:v>
                </c:pt>
                <c:pt idx="987">
                  <c:v>Ogden Ave &amp; Roosevelt Rd</c:v>
                </c:pt>
                <c:pt idx="988">
                  <c:v>Public Rack - Avers &amp; Granville</c:v>
                </c:pt>
                <c:pt idx="989">
                  <c:v>Public Rack - Cicero Ave &amp; Wrightwood Ave</c:v>
                </c:pt>
                <c:pt idx="990">
                  <c:v>Public Rack - Baltimore Ave &amp; 132nd St</c:v>
                </c:pt>
                <c:pt idx="991">
                  <c:v>Public Rack - Columbus &amp; 79th</c:v>
                </c:pt>
                <c:pt idx="992">
                  <c:v>Prairie Ave &amp; Garfield Blvd</c:v>
                </c:pt>
                <c:pt idx="993">
                  <c:v>Public Rack - Commercial Ave &amp; 89th St</c:v>
                </c:pt>
                <c:pt idx="994">
                  <c:v>Princeton Ave &amp; Garfield Blvd</c:v>
                </c:pt>
                <c:pt idx="995">
                  <c:v>Public Rack - Corliss Ave &amp; 103rd St</c:v>
                </c:pt>
                <c:pt idx="996">
                  <c:v>Public Rack - Brandon Ave &amp; 91st St</c:v>
                </c:pt>
                <c:pt idx="997">
                  <c:v>Public Rack - Cottage Grove &amp; 84th St</c:v>
                </c:pt>
                <c:pt idx="998">
                  <c:v>Overhill Ave &amp; Belmont Ave</c:v>
                </c:pt>
                <c:pt idx="999">
                  <c:v>Public Rack - Cottage Grove &amp; 85th St</c:v>
                </c:pt>
                <c:pt idx="1000">
                  <c:v>Public Rack - 10557 S Western Ave</c:v>
                </c:pt>
                <c:pt idx="1001">
                  <c:v>Public Rack - Cottage Grove &amp; 86th St</c:v>
                </c:pt>
                <c:pt idx="1002">
                  <c:v>Public Rack - California Ave &amp; Devon Ave - NW</c:v>
                </c:pt>
                <c:pt idx="1003">
                  <c:v>Public Rack - Cottage Grove Ave &amp; 75th St</c:v>
                </c:pt>
                <c:pt idx="1004">
                  <c:v>Public Rack - 4810 Keeler Ave</c:v>
                </c:pt>
                <c:pt idx="1005">
                  <c:v>Public Rack - Cottage Grove Ave &amp; 87th St</c:v>
                </c:pt>
                <c:pt idx="1006">
                  <c:v>Public Rack - 532 E 43rd St</c:v>
                </c:pt>
                <c:pt idx="1007">
                  <c:v>Paulina St &amp; Division St</c:v>
                </c:pt>
                <c:pt idx="1008">
                  <c:v>Public Rack - Canty Elementary School</c:v>
                </c:pt>
                <c:pt idx="1009">
                  <c:v>Public Rack - Cottage Grove Ave &amp; 98th St</c:v>
                </c:pt>
                <c:pt idx="1010">
                  <c:v>Public Rack - Central &amp; Leland</c:v>
                </c:pt>
                <c:pt idx="1011">
                  <c:v>North Boundary Park</c:v>
                </c:pt>
                <c:pt idx="1012">
                  <c:v>Public Rack - Central Ave &amp; North Ave</c:v>
                </c:pt>
                <c:pt idx="1013">
                  <c:v>Public Rack - Damen &amp; 87th</c:v>
                </c:pt>
                <c:pt idx="1014">
                  <c:v>Public Rack - 63rd Pl &amp; Narraganssett Ave</c:v>
                </c:pt>
                <c:pt idx="1015">
                  <c:v>Public Rack - Ada St &amp; 95th St</c:v>
                </c:pt>
                <c:pt idx="1016">
                  <c:v>Public Rack - Champlain Ave &amp; 134th St</c:v>
                </c:pt>
                <c:pt idx="1017">
                  <c:v>Public Rack - Devon Ave &amp; Kinzua Ave</c:v>
                </c:pt>
                <c:pt idx="1018">
                  <c:v>Public Rack - Chappel Ave &amp; 71st St</c:v>
                </c:pt>
                <c:pt idx="1019">
                  <c:v>Public Rack - Devon Ave &amp; Minnehaha Ave (east)</c:v>
                </c:pt>
                <c:pt idx="1020">
                  <c:v>Public Rack - 82nd st &amp; Kedzie Ave</c:v>
                </c:pt>
                <c:pt idx="1021">
                  <c:v>Public Rack - Devon Ave &amp; Minnehaha Ave (west)</c:v>
                </c:pt>
                <c:pt idx="1022">
                  <c:v>Paulina St &amp; Cortland St</c:v>
                </c:pt>
                <c:pt idx="1023">
                  <c:v>Public Rack - East End Ave &amp; 87th St</c:v>
                </c:pt>
                <c:pt idx="1024">
                  <c:v>Public Rack - Cicero Ave &amp; Belle Plaine Ave</c:v>
                </c:pt>
                <c:pt idx="1025">
                  <c:v>Public Rack - Eberhart Ave &amp; 61st St</c:v>
                </c:pt>
                <c:pt idx="1026">
                  <c:v>Pine Grove Ave &amp; Waveland Ave</c:v>
                </c:pt>
                <c:pt idx="1027">
                  <c:v>Public Rack - Eggleston Ave &amp; 92nd St</c:v>
                </c:pt>
                <c:pt idx="1028">
                  <c:v>Parnell Ave &amp; 31st St</c:v>
                </c:pt>
                <c:pt idx="1029">
                  <c:v>Public Rack - Eli Whitney Public School</c:v>
                </c:pt>
                <c:pt idx="1030">
                  <c:v>Prospect Sq &amp; 91st St</c:v>
                </c:pt>
                <c:pt idx="1031">
                  <c:v>Perry Ave &amp; 69th St</c:v>
                </c:pt>
                <c:pt idx="1032">
                  <c:v>Public Rack - California &amp; 82nd</c:v>
                </c:pt>
                <c:pt idx="1033">
                  <c:v>Public Rack - Ashburn Metra </c:v>
                </c:pt>
                <c:pt idx="1034">
                  <c:v>Public Rack - 2302 S Pulaski Rd</c:v>
                </c:pt>
                <c:pt idx="1035">
                  <c:v>Public Rack - Emerald Ave &amp; 45th St</c:v>
                </c:pt>
                <c:pt idx="1036">
                  <c:v>Public Rack - Calumet Ave &amp; Garfield Blvd</c:v>
                </c:pt>
                <c:pt idx="1037">
                  <c:v>Public Rack - Ewing Ave &amp; 102nd St</c:v>
                </c:pt>
                <c:pt idx="1038">
                  <c:v>Public Rack - Central Ave &amp; Lawrence Ave</c:v>
                </c:pt>
                <c:pt idx="1039">
                  <c:v>Public Rack - Ashland Ave &amp; 45th St  S</c:v>
                </c:pt>
                <c:pt idx="1040">
                  <c:v>Public Rack - Central Park &amp; Peterson</c:v>
                </c:pt>
                <c:pt idx="1041">
                  <c:v>Public Rack - Ewing Ave &amp; 106th St NW</c:v>
                </c:pt>
                <c:pt idx="1042">
                  <c:v>Public Rack - Chopin Park</c:v>
                </c:pt>
                <c:pt idx="1043">
                  <c:v>Public Rack - Ashland Ave &amp; 76th St</c:v>
                </c:pt>
                <c:pt idx="1044">
                  <c:v>Public Rack - Christiana Ave &amp; Lawrence Ave</c:v>
                </c:pt>
                <c:pt idx="1045">
                  <c:v>Public Rack - Exchange Ave &amp; 131st St</c:v>
                </c:pt>
                <c:pt idx="1046">
                  <c:v>Public Rack - Avers &amp; Lawrence</c:v>
                </c:pt>
                <c:pt idx="1047">
                  <c:v>Public Rack - Fairfield Ave &amp; 63rd St</c:v>
                </c:pt>
                <c:pt idx="1048">
                  <c:v>Ogden Ave &amp; Congress Pkwy</c:v>
                </c:pt>
                <c:pt idx="1049">
                  <c:v>Public Rack - Ford City Mall</c:v>
                </c:pt>
                <c:pt idx="1050">
                  <c:v>Public Rack - California Ave &amp; Touhy Ave - midblock</c:v>
                </c:pt>
                <c:pt idx="1051">
                  <c:v>Public Rack - Forrestville Ave &amp; 47th St</c:v>
                </c:pt>
                <c:pt idx="1052">
                  <c:v>Paulina St &amp; Adams St</c:v>
                </c:pt>
                <c:pt idx="1053">
                  <c:v>Public Rack - Green St &amp; 103rd St</c:v>
                </c:pt>
                <c:pt idx="1054">
                  <c:v>Public Rack - Christiana Ave &amp; Archer Ave</c:v>
                </c:pt>
                <c:pt idx="1055">
                  <c:v>Public Rack - Greenwood Ave &amp; Lake Park Ave</c:v>
                </c:pt>
                <c:pt idx="1056">
                  <c:v>Paulina Ave &amp; 87th St</c:v>
                </c:pt>
                <c:pt idx="1057">
                  <c:v>Public Rack - Austin &amp; 62nd</c:v>
                </c:pt>
                <c:pt idx="1058">
                  <c:v>Public Rack - Central &amp; Berteau</c:v>
                </c:pt>
                <c:pt idx="1059">
                  <c:v>Public Rack - Austin &amp; Higgins</c:v>
                </c:pt>
                <c:pt idx="1060">
                  <c:v>Pine Ave &amp; Division St</c:v>
                </c:pt>
                <c:pt idx="1061">
                  <c:v>Public Rack - Halsted St &amp; 113th St</c:v>
                </c:pt>
                <c:pt idx="1062">
                  <c:v>Public Rack - 63rd St and Natoma Ave</c:v>
                </c:pt>
                <c:pt idx="1063">
                  <c:v>Public Rack - Austin Ave &amp; Archer Ave</c:v>
                </c:pt>
                <c:pt idx="1064">
                  <c:v>Public Rack - California Ave &amp; Devon Ave - NE</c:v>
                </c:pt>
                <c:pt idx="1065">
                  <c:v>Public Rack - Halsted St &amp; 76th St</c:v>
                </c:pt>
                <c:pt idx="1066">
                  <c:v>Public Rack - Lowe Park</c:v>
                </c:pt>
                <c:pt idx="1067">
                  <c:v>Public Rack - Komensky Ave &amp; 59th St</c:v>
                </c:pt>
                <c:pt idx="1068">
                  <c:v>Public Rack - May St &amp; 78th St</c:v>
                </c:pt>
                <c:pt idx="1069">
                  <c:v>Public Rack - Jeffrey Blvd &amp; 71st St</c:v>
                </c:pt>
                <c:pt idx="1070">
                  <c:v>Public Rack - McVicker &amp; 52nd</c:v>
                </c:pt>
                <c:pt idx="1071">
                  <c:v>Public Rack - Kostner &amp; Bryn Mawr</c:v>
                </c:pt>
                <c:pt idx="1072">
                  <c:v>Public Rack - Harlem &amp; Summerdale</c:v>
                </c:pt>
                <c:pt idx="1073">
                  <c:v>Public Rack - Kostner Ave &amp; 16th St</c:v>
                </c:pt>
                <c:pt idx="1074">
                  <c:v>Public Rack - Melvina &amp; Foster</c:v>
                </c:pt>
                <c:pt idx="1075">
                  <c:v>Public Rack - Kedzie Ave &amp; Pershing Rd</c:v>
                </c:pt>
                <c:pt idx="1076">
                  <c:v>Public Rack - Homan &amp; 77th</c:v>
                </c:pt>
                <c:pt idx="1077">
                  <c:v>Public Rack - Kimball Ave &amp; Carmen Ave</c:v>
                </c:pt>
                <c:pt idx="1078">
                  <c:v>Public Rack - Kostner Ave &amp; Diversey Ave</c:v>
                </c:pt>
                <c:pt idx="1079">
                  <c:v>Public Rack - Normandy Ave &amp; Raven St</c:v>
                </c:pt>
                <c:pt idx="1080">
                  <c:v>Public Rack - Laflin St &amp; 51st St</c:v>
                </c:pt>
                <c:pt idx="1081">
                  <c:v>Public Rack - Kimball Ave &amp; Lawrence Ave</c:v>
                </c:pt>
                <c:pt idx="1082">
                  <c:v>Public Rack - Lamon Ave &amp; Archer Ave</c:v>
                </c:pt>
                <c:pt idx="1083">
                  <c:v>Public Rack - King Dr &amp; 115th St</c:v>
                </c:pt>
                <c:pt idx="1084">
                  <c:v>Public Rack - Langley Ave &amp; 79th St</c:v>
                </c:pt>
                <c:pt idx="1085">
                  <c:v>Public Rack - King Dr &amp; 71st St</c:v>
                </c:pt>
                <c:pt idx="1086">
                  <c:v>Public Rack - Kilbourn Ave &amp; Fullerton Ave</c:v>
                </c:pt>
                <c:pt idx="1087">
                  <c:v>Public Rack - Michigan Ave &amp; 107th St</c:v>
                </c:pt>
                <c:pt idx="1088">
                  <c:v>Public Rack - Laramie Ave &amp; Warwick Ave</c:v>
                </c:pt>
                <c:pt idx="1089">
                  <c:v>Public Rack - Hoyne Ave &amp; 51st St</c:v>
                </c:pt>
                <c:pt idx="1090">
                  <c:v>Public Rack - Lavergne &amp; Lawrence</c:v>
                </c:pt>
                <c:pt idx="1091">
                  <c:v>Public Rack - Michigan Ave &amp; 119th St</c:v>
                </c:pt>
                <c:pt idx="1092">
                  <c:v>Public Rack - Lawndale Ave &amp; Diversey Ave</c:v>
                </c:pt>
                <c:pt idx="1093">
                  <c:v>Public Rack - Ingleside Ave &amp; 79th St</c:v>
                </c:pt>
                <c:pt idx="1094">
                  <c:v>Public Rack - Lawrence Ave &amp; 103rd St</c:v>
                </c:pt>
                <c:pt idx="1095">
                  <c:v>Public Rack - Irving Park Rd &amp; Austin Ave</c:v>
                </c:pt>
                <c:pt idx="1096">
                  <c:v>Public Rack - Leader &amp; Caldwell</c:v>
                </c:pt>
                <c:pt idx="1097">
                  <c:v>Public Rack - Milwaukee Ave &amp; Haussen Ct</c:v>
                </c:pt>
                <c:pt idx="1098">
                  <c:v>Public Rack - Irving Park Rd &amp; Parkside Ave</c:v>
                </c:pt>
                <c:pt idx="1099">
                  <c:v>Public Rack - Milwaukee Ave &amp; Higgins Ave</c:v>
                </c:pt>
                <c:pt idx="1100">
                  <c:v>Public Rack - Lockwood Ave &amp; Diversey Ave</c:v>
                </c:pt>
                <c:pt idx="1101">
                  <c:v>Public Rack - Milwaukee Ave &amp; Lawrence Ave</c:v>
                </c:pt>
                <c:pt idx="1102">
                  <c:v>Public Rack - Lotus Ave &amp; Lawrence Ave</c:v>
                </c:pt>
                <c:pt idx="1103">
                  <c:v>Public Rack - Homan Ave &amp; 111th St</c:v>
                </c:pt>
                <c:pt idx="1104">
                  <c:v>Public Rack - Kedzie Ave &amp; Argyle St</c:v>
                </c:pt>
                <c:pt idx="1105">
                  <c:v>Public Rack - Milwaukee Ave &amp; Warner Ave</c:v>
                </c:pt>
                <c:pt idx="1106">
                  <c:v>Public Rack - Marquette Ave &amp; 83rd St</c:v>
                </c:pt>
                <c:pt idx="1107">
                  <c:v>Public Rack - Milwaukee Ave &amp; Waveland Ave</c:v>
                </c:pt>
                <c:pt idx="1108">
                  <c:v>Public Rack - Marshfield Ave &amp; 45th St</c:v>
                </c:pt>
                <c:pt idx="1109">
                  <c:v>Public Rack - Mobile Ave &amp; Archer Ave</c:v>
                </c:pt>
                <c:pt idx="1110">
                  <c:v>Public Rack - Mason &amp; Archer</c:v>
                </c:pt>
                <c:pt idx="1111">
                  <c:v>Public Rack - Monticello &amp; Lawrence</c:v>
                </c:pt>
                <c:pt idx="1112">
                  <c:v>Public Rack - Hoyne Ave &amp; 110th Pl</c:v>
                </c:pt>
                <c:pt idx="1113">
                  <c:v>Public Rack - Irving Park Rd &amp; Leclaire Ave</c:v>
                </c:pt>
                <c:pt idx="1114">
                  <c:v>Public Rack - Keystone Ave &amp; Irving Park Rd</c:v>
                </c:pt>
                <c:pt idx="1115">
                  <c:v>Public Rack - Mt Greenwood Library - South</c:v>
                </c:pt>
                <c:pt idx="1116">
                  <c:v>Public Rack - Hamilton Park</c:v>
                </c:pt>
                <c:pt idx="1117">
                  <c:v>Public Rack - Jeffery Blvd &amp; 81st St</c:v>
                </c:pt>
                <c:pt idx="1118">
                  <c:v>Public Rack - Laramine Ave &amp; Winnemac Ave</c:v>
                </c:pt>
                <c:pt idx="1119">
                  <c:v>Public Rack - Mulligan &amp; Northwest Hwy</c:v>
                </c:pt>
                <c:pt idx="1120">
                  <c:v>Public Rack - Kedvale Ave &amp; Peterson Ave</c:v>
                </c:pt>
                <c:pt idx="1121">
                  <c:v>Public Rack - Homan Ave &amp; Lake St</c:v>
                </c:pt>
                <c:pt idx="1122">
                  <c:v>Public Rack - Legler Regional Library</c:v>
                </c:pt>
                <c:pt idx="1123">
                  <c:v>Public Rack - Nagel &amp; Higgins</c:v>
                </c:pt>
                <c:pt idx="1124">
                  <c:v>Public Rack - Longwood Dr &amp; 111th St</c:v>
                </c:pt>
                <c:pt idx="1125">
                  <c:v>Public Rack - Irving Park Rd &amp; Melvina Ave</c:v>
                </c:pt>
                <c:pt idx="1126">
                  <c:v>Public Rack - Kedzie &amp; 73rd</c:v>
                </c:pt>
                <c:pt idx="1127">
                  <c:v>Public Rack - Nashotah &amp; Northwest Hwy</c:v>
                </c:pt>
                <c:pt idx="1128">
                  <c:v>Public Rack - Maryland Ave &amp; 87th ST</c:v>
                </c:pt>
                <c:pt idx="1129">
                  <c:v>Public Rack - Natoma Ave &amp; Bryn Mawr Ave</c:v>
                </c:pt>
                <c:pt idx="1130">
                  <c:v>Public Rack - Kedzie Ave &amp; Archer Ave</c:v>
                </c:pt>
                <c:pt idx="1131">
                  <c:v>Public Rack - Neenah &amp; Dakin</c:v>
                </c:pt>
                <c:pt idx="1132">
                  <c:v>Public Rack - Kedvale Ave &amp; Avondale Ave</c:v>
                </c:pt>
                <c:pt idx="1133">
                  <c:v>Public Rack - Neola &amp; Northwest Hwy</c:v>
                </c:pt>
                <c:pt idx="1134">
                  <c:v>Public Rack - Kildare Ave &amp; North Ave</c:v>
                </c:pt>
                <c:pt idx="1135">
                  <c:v>Public Rack - Neva &amp; Foster</c:v>
                </c:pt>
                <c:pt idx="1136">
                  <c:v>Public Rack - Lowe Ave &amp; 98th St</c:v>
                </c:pt>
                <c:pt idx="1137">
                  <c:v>Public Rack - Homan Ave &amp; Roosevelt</c:v>
                </c:pt>
                <c:pt idx="1138">
                  <c:v>Public Rack - Kostner &amp; 83rd</c:v>
                </c:pt>
                <c:pt idx="1139">
                  <c:v>Public Rack - Kedzie Ave &amp; 83rd St</c:v>
                </c:pt>
                <c:pt idx="1140">
                  <c:v>Public Rack - Harvey Ave &amp; North Ave</c:v>
                </c:pt>
                <c:pt idx="1141">
                  <c:v>Public Rack - Hamlin &amp; 72nd</c:v>
                </c:pt>
                <c:pt idx="1142">
                  <c:v>Public Rack - Independence Blvd &amp; Roosevelt</c:v>
                </c:pt>
                <c:pt idx="1143">
                  <c:v>Public Rack - Komensky Ave &amp; 26th St</c:v>
                </c:pt>
                <c:pt idx="1144">
                  <c:v>Public Rack - Higgins Ave &amp; Neva Ave</c:v>
                </c:pt>
                <c:pt idx="1145">
                  <c:v>Public Rack - Nordica &amp; Archer</c:v>
                </c:pt>
                <c:pt idx="1146">
                  <c:v>Public Rack - Langley Ave &amp; 49th St</c:v>
                </c:pt>
                <c:pt idx="1147">
                  <c:v>Public Rack - Nordica Ave &amp; Addison St</c:v>
                </c:pt>
                <c:pt idx="1148">
                  <c:v>Public Rack - Vincennes Ave &amp; 87th St</c:v>
                </c:pt>
                <c:pt idx="1149">
                  <c:v>Public Rack - Western Blvd &amp; 53rd St</c:v>
                </c:pt>
                <c:pt idx="1150">
                  <c:v>Public Rack - Parkside &amp; Elston</c:v>
                </c:pt>
                <c:pt idx="1151">
                  <c:v>Public Rack - Western Ave &amp; Jarvis Ave</c:v>
                </c:pt>
                <c:pt idx="1152">
                  <c:v>Public Rack - Sacramento &amp; 71st</c:v>
                </c:pt>
                <c:pt idx="1153">
                  <c:v>Public Rack - Western Blvd &amp; 49th St</c:v>
                </c:pt>
                <c:pt idx="1154">
                  <c:v>Public Rack - Sawyer Ave &amp; Lawrence Ave</c:v>
                </c:pt>
                <c:pt idx="1155">
                  <c:v>Public Rack - Sacramento Ave &amp; Devon Ave</c:v>
                </c:pt>
                <c:pt idx="1156">
                  <c:v>Public Rack - South Shore Dr &amp; 71st St</c:v>
                </c:pt>
                <c:pt idx="1157">
                  <c:v>Sawyer Ave &amp; Irving Park Rd</c:v>
                </c:pt>
                <c:pt idx="1158">
                  <c:v>Public Rack - Spaulding Ave &amp; Bryn Mawr Ave</c:v>
                </c:pt>
                <c:pt idx="1159">
                  <c:v>Public Rack - Norwood Park</c:v>
                </c:pt>
                <c:pt idx="1160">
                  <c:v>Public Rack - Spaulding Ave &amp; Foster Ave</c:v>
                </c:pt>
                <c:pt idx="1161">
                  <c:v>Public Rack - Wilbur Wright College North</c:v>
                </c:pt>
                <c:pt idx="1162">
                  <c:v>Public Rack - Oketo &amp; Talcott</c:v>
                </c:pt>
                <c:pt idx="1163">
                  <c:v>Public Rack - Wilbur Wright College South</c:v>
                </c:pt>
                <c:pt idx="1164">
                  <c:v>Public Rack - St Louis Ave &amp; Berteau Ave</c:v>
                </c:pt>
                <c:pt idx="1165">
                  <c:v>Public Rack - Winchester Ave &amp; 87th St</c:v>
                </c:pt>
                <c:pt idx="1166">
                  <c:v>Public Rack - Stony Island &amp; 87th St</c:v>
                </c:pt>
                <c:pt idx="1167">
                  <c:v>Public Rack - Pulaski Rd &amp; 65th St</c:v>
                </c:pt>
                <c:pt idx="1168">
                  <c:v>Public Rack - Piotrowski Park</c:v>
                </c:pt>
                <c:pt idx="1169">
                  <c:v>Public Rack - Wolcott Ave &amp; 61st St</c:v>
                </c:pt>
                <c:pt idx="1170">
                  <c:v>Public Rack - Plainfield Ave &amp; Irving Park Rd</c:v>
                </c:pt>
                <c:pt idx="1171">
                  <c:v>Public Rack - Woodlawn Ave &amp; 63rd St N</c:v>
                </c:pt>
                <c:pt idx="1172">
                  <c:v>Public Rack - Throop St &amp; 58th St</c:v>
                </c:pt>
                <c:pt idx="1173">
                  <c:v>Public Rack - Overhill Ave &amp; Touhy Ave</c:v>
                </c:pt>
                <c:pt idx="1174">
                  <c:v>Public Rack - Tripp Ave &amp; North Ave</c:v>
                </c:pt>
                <c:pt idx="1175">
                  <c:v>Public Rack - Pulaski Rd &amp; Flournoy St</c:v>
                </c:pt>
                <c:pt idx="1176">
                  <c:v>Public Rack - Vincennes Ave &amp; 91st St</c:v>
                </c:pt>
                <c:pt idx="1177">
                  <c:v>Public Rack - Zapata Academy</c:v>
                </c:pt>
                <c:pt idx="1178">
                  <c:v>Public Rack - Wabash Ave &amp; 87th St</c:v>
                </c:pt>
                <c:pt idx="1179">
                  <c:v>Pulaski Rd &amp; 51st St</c:v>
                </c:pt>
                <c:pt idx="1180">
                  <c:v>Public Rack - Walden Pkwy &amp; 99th St</c:v>
                </c:pt>
                <c:pt idx="1181">
                  <c:v>Public Rack - Ozark Ave &amp; Addison St</c:v>
                </c:pt>
                <c:pt idx="1182">
                  <c:v>Public Rack - Pratt Ave &amp; Odell Ave</c:v>
                </c:pt>
                <c:pt idx="1183">
                  <c:v>Pulaski Rd &amp; Eddy St</c:v>
                </c:pt>
                <c:pt idx="1184">
                  <c:v>Public Rack - Washtenaw Ave &amp; Superior St</c:v>
                </c:pt>
                <c:pt idx="1185">
                  <c:v>Pulaski Rd &amp; Lake St</c:v>
                </c:pt>
                <c:pt idx="1186">
                  <c:v>Public Rack - Pulaski &amp; 52nd</c:v>
                </c:pt>
                <c:pt idx="1187">
                  <c:v>Public Rack - Pulaski Rd &amp; Stevens Ave</c:v>
                </c:pt>
                <c:pt idx="1188">
                  <c:v>Public Rack - West Chatham Park</c:v>
                </c:pt>
                <c:pt idx="1189">
                  <c:v>Public Rack - Pullman - Ross Dress for Less</c:v>
                </c:pt>
                <c:pt idx="1190">
                  <c:v>Public Rack - Western &amp; 79th</c:v>
                </c:pt>
                <c:pt idx="1191">
                  <c:v>Racine Ave &amp; 57th St</c:v>
                </c:pt>
                <c:pt idx="1192">
                  <c:v>Public Rack - Pulaski &amp; Ardmore</c:v>
                </c:pt>
                <c:pt idx="1193">
                  <c:v>Racine Ave &amp; 61st St</c:v>
                </c:pt>
                <c:pt idx="1194">
                  <c:v>Public Rack - Western Ave &amp; 106th St - East</c:v>
                </c:pt>
                <c:pt idx="1195">
                  <c:v>Public Rack - Pullman - Walmart</c:v>
                </c:pt>
                <c:pt idx="1196">
                  <c:v>Public Rack - Western Ave &amp; 107th Pl</c:v>
                </c:pt>
                <c:pt idx="1197">
                  <c:v>Public Rack - Pullman Community Center</c:v>
                </c:pt>
                <c:pt idx="1198">
                  <c:v>Public Rack - Pulaski Rd &amp; 40th St</c:v>
                </c:pt>
                <c:pt idx="1199">
                  <c:v>Racine Ave &amp; Webster Ave</c:v>
                </c:pt>
                <c:pt idx="1200">
                  <c:v>Public Rack - Western Ave &amp; 98th St</c:v>
                </c:pt>
                <c:pt idx="1201">
                  <c:v>Rainbow Beach</c:v>
                </c:pt>
                <c:pt idx="1202">
                  <c:v>Public Rack - Sawyer Ave &amp; Bryn Mawr Ave - SE</c:v>
                </c:pt>
                <c:pt idx="1203">
                  <c:v>Ravenswood Ave &amp; Irving Park Rd</c:v>
                </c:pt>
                <c:pt idx="1204">
                  <c:v>Public Rack - Spaulding Ave &amp; 71st St</c:v>
                </c:pt>
                <c:pt idx="1205">
                  <c:v>Ravenswood Ave &amp; Lawrence Ave</c:v>
                </c:pt>
                <c:pt idx="1206">
                  <c:v>Public Rack - Springfield Ave &amp; 63rd St</c:v>
                </c:pt>
                <c:pt idx="1207">
                  <c:v>Public Rack - Racine Ave &amp; 83rd St</c:v>
                </c:pt>
                <c:pt idx="1208">
                  <c:v>Public Rack - Peterson Park</c:v>
                </c:pt>
                <c:pt idx="1209">
                  <c:v>Rhodes Ave &amp; 71st St</c:v>
                </c:pt>
                <c:pt idx="1210">
                  <c:v>Public Rack - Talman Ave &amp; 51st St</c:v>
                </c:pt>
                <c:pt idx="1211">
                  <c:v>Richmond St &amp; Lincoln Ave</c:v>
                </c:pt>
                <c:pt idx="1212">
                  <c:v>Public Rack - Touhy Ave &amp; Oconto Ave</c:v>
                </c:pt>
                <c:pt idx="1213">
                  <c:v>Public Rack - Rhodes Ave &amp; 79th St</c:v>
                </c:pt>
                <c:pt idx="1214">
                  <c:v>Public Rack - Vincennes Ave &amp; 95th Pl</c:v>
                </c:pt>
                <c:pt idx="1215">
                  <c:v>Ridge Blvd &amp; Touhy Ave</c:v>
                </c:pt>
                <c:pt idx="1216">
                  <c:v>Public Rack - Waller Ave &amp; Chicago Ave</c:v>
                </c:pt>
                <c:pt idx="1217">
                  <c:v>Public Rack - Richard Daley College</c:v>
                </c:pt>
                <c:pt idx="1218">
                  <c:v>Public Rack - Princeton Ave &amp; 43rd St</c:v>
                </c:pt>
                <c:pt idx="1219">
                  <c:v>Public Rack - Richmond St &amp; Thorndale Ave</c:v>
                </c:pt>
                <c:pt idx="1220">
                  <c:v>Public Rack - Western &amp; 74th</c:v>
                </c:pt>
                <c:pt idx="1221">
                  <c:v>Rockwell St &amp; 63rd St</c:v>
                </c:pt>
                <c:pt idx="1222">
                  <c:v>Public Rack - Western Ave &amp; 105th St</c:v>
                </c:pt>
                <c:pt idx="1223">
                  <c:v>Rockwell St &amp; Archer Ave</c:v>
                </c:pt>
                <c:pt idx="1224">
                  <c:v>Public Rack - Pulaski &amp; Rosemont</c:v>
                </c:pt>
                <c:pt idx="1225">
                  <c:v>Rockwell St &amp; Cermak Rd</c:v>
                </c:pt>
                <c:pt idx="1226">
                  <c:v>Public Rack - Western Ave &amp; Devon Ave</c:v>
                </c:pt>
                <c:pt idx="1227">
                  <c:v>Public Rack - Rockwell &amp; 111th St</c:v>
                </c:pt>
                <c:pt idx="1228">
                  <c:v>Public Rack - Spaulding Ave &amp; Evergreen Ave</c:v>
                </c:pt>
                <c:pt idx="1229">
                  <c:v>Public Rack - Rockwell &amp; Division</c:v>
                </c:pt>
                <c:pt idx="1230">
                  <c:v>Public Rack - Stony Island &amp; 95th St</c:v>
                </c:pt>
                <c:pt idx="1231">
                  <c:v>Public Rack - Rockwell Ave &amp; 71st St</c:v>
                </c:pt>
                <c:pt idx="1232">
                  <c:v>Public Rack - Prairie Ave &amp; 78th St</c:v>
                </c:pt>
                <c:pt idx="1233">
                  <c:v>Rush St &amp; Cedar St</c:v>
                </c:pt>
                <c:pt idx="1234">
                  <c:v>Public Rack - Washtenaw Ave &amp; 63rd St</c:v>
                </c:pt>
                <c:pt idx="1235">
                  <c:v>Rush St &amp; Illinois St</c:v>
                </c:pt>
                <c:pt idx="1236">
                  <c:v>Public Rack - Western &amp; 83rd</c:v>
                </c:pt>
                <c:pt idx="1237">
                  <c:v>Public Rack - Odell &amp; Talcott</c:v>
                </c:pt>
                <c:pt idx="1238">
                  <c:v>Public Rack - Pulaski Rd &amp; 41st</c:v>
                </c:pt>
                <c:pt idx="1239">
                  <c:v>Public Rack - Roswell B. Mason Elementary School</c:v>
                </c:pt>
                <c:pt idx="1240">
                  <c:v>Public Rack - St Louis &amp; Lincoln</c:v>
                </c:pt>
                <c:pt idx="1241">
                  <c:v>Public Rack - Rutherford &amp; 53rd</c:v>
                </c:pt>
                <c:pt idx="1242">
                  <c:v>Public Rack - Oak Park Ave &amp; Foster Ave</c:v>
                </c:pt>
                <c:pt idx="1243">
                  <c:v>Sacramento Ave &amp; Linden Pl</c:v>
                </c:pt>
                <c:pt idx="1244">
                  <c:v>Public Rack - Western Ave &amp; 106th St - West</c:v>
                </c:pt>
                <c:pt idx="1245">
                  <c:v>Sacramento Ave &amp; Lunt Ave</c:v>
                </c:pt>
                <c:pt idx="1246">
                  <c:v>Public Rack - Throop St &amp; 109th Pl</c:v>
                </c:pt>
                <c:pt idx="1247">
                  <c:v>Public Rack - Oglesby Ave &amp; 105th St</c:v>
                </c:pt>
                <c:pt idx="1248">
                  <c:v>Public Rack - Sayre Ave &amp; 59th St</c:v>
                </c:pt>
                <c:pt idx="1249">
                  <c:v>Sacramento Blvd &amp; Polk St</c:v>
                </c:pt>
                <c:pt idx="1250">
                  <c:v>Public Rack - Pulaski &amp; 74th</c:v>
                </c:pt>
                <c:pt idx="1251">
                  <c:v>Public Rack - S. Kilpatrick and W. 79th</c:v>
                </c:pt>
                <c:pt idx="1252">
                  <c:v>Walden Pkwy &amp; 100th St</c:v>
                </c:pt>
                <c:pt idx="1253">
                  <c:v>Western Ave &amp; 104th St</c:v>
                </c:pt>
                <c:pt idx="1254">
                  <c:v>Western Ave &amp; 111th St</c:v>
                </c:pt>
                <c:pt idx="1255">
                  <c:v>Shore Dr &amp; 53rd St</c:v>
                </c:pt>
                <c:pt idx="1256">
                  <c:v>Western Ave &amp; 21st St</c:v>
                </c:pt>
                <c:pt idx="1257">
                  <c:v>Sheridan Rd &amp; Berwyn Ave</c:v>
                </c:pt>
                <c:pt idx="1258">
                  <c:v>Western Ave &amp; 24th St</c:v>
                </c:pt>
                <c:pt idx="1259">
                  <c:v>Sheffield Ave &amp; Fletcher St</c:v>
                </c:pt>
                <c:pt idx="1260">
                  <c:v>Sheridan Rd &amp; Montrose Ave</c:v>
                </c:pt>
                <c:pt idx="1261">
                  <c:v>Wabash Ave &amp; 16th St</c:v>
                </c:pt>
                <c:pt idx="1262">
                  <c:v>Throop St &amp; 52nd St</c:v>
                </c:pt>
                <c:pt idx="1263">
                  <c:v>State St &amp; Van Buren St</c:v>
                </c:pt>
                <c:pt idx="1264">
                  <c:v>Western Ave &amp; 62nd St</c:v>
                </c:pt>
                <c:pt idx="1265">
                  <c:v>Southport Ave &amp; Clark St</c:v>
                </c:pt>
                <c:pt idx="1266">
                  <c:v>Sheridan Rd &amp; Noyes St (NU)</c:v>
                </c:pt>
                <c:pt idx="1267">
                  <c:v>Sheffield Ave &amp; Willow St</c:v>
                </c:pt>
                <c:pt idx="1268">
                  <c:v>Western Ave &amp; Ardmore Ave</c:v>
                </c:pt>
                <c:pt idx="1269">
                  <c:v>Sheffield Ave &amp; Wrightwood Ave</c:v>
                </c:pt>
                <c:pt idx="1270">
                  <c:v>Western Ave &amp; Berteau Ave</c:v>
                </c:pt>
                <c:pt idx="1271">
                  <c:v>Walsh Park</c:v>
                </c:pt>
                <c:pt idx="1272">
                  <c:v>Western Ave &amp; Congress Pkwy</c:v>
                </c:pt>
                <c:pt idx="1273">
                  <c:v>Southport Ave &amp; Grace St</c:v>
                </c:pt>
                <c:pt idx="1274">
                  <c:v>State St &amp; 45th St</c:v>
                </c:pt>
                <c:pt idx="1275">
                  <c:v>Southport Ave &amp; Roscoe St</c:v>
                </c:pt>
                <c:pt idx="1276">
                  <c:v>Western Ave &amp; Grace St</c:v>
                </c:pt>
                <c:pt idx="1277">
                  <c:v>Sheridan Rd &amp; Lawrence Ave</c:v>
                </c:pt>
                <c:pt idx="1278">
                  <c:v>Western Ave &amp; Granville Ave</c:v>
                </c:pt>
                <c:pt idx="1279">
                  <c:v>Stony Island Ave &amp; 82nd St</c:v>
                </c:pt>
                <c:pt idx="1280">
                  <c:v>Tripp Ave &amp; 31st St</c:v>
                </c:pt>
                <c:pt idx="1281">
                  <c:v>Wells St &amp; Hubbard St</c:v>
                </c:pt>
                <c:pt idx="1282">
                  <c:v>St. Clair St &amp; Erie St</c:v>
                </c:pt>
                <c:pt idx="1283">
                  <c:v>Sheffield Ave &amp; Addison St </c:v>
                </c:pt>
                <c:pt idx="1284">
                  <c:v>Western Ave &amp; Roscoe St</c:v>
                </c:pt>
                <c:pt idx="1285">
                  <c:v>Sheridan Rd &amp; Loyola Ave</c:v>
                </c:pt>
                <c:pt idx="1286">
                  <c:v>Western Ave &amp; Wabansia Ave</c:v>
                </c:pt>
                <c:pt idx="1287">
                  <c:v>Wentworth Ave &amp; 104th St</c:v>
                </c:pt>
                <c:pt idx="1288">
                  <c:v>State St &amp; 76th St</c:v>
                </c:pt>
                <c:pt idx="1289">
                  <c:v>Wentworth Ave &amp; 35th St</c:v>
                </c:pt>
                <c:pt idx="1290">
                  <c:v>Shields Ave &amp; 31st St</c:v>
                </c:pt>
                <c:pt idx="1291">
                  <c:v>Shabbona Park</c:v>
                </c:pt>
                <c:pt idx="1292">
                  <c:v>Sheffield Ave &amp; Kingsbury St</c:v>
                </c:pt>
                <c:pt idx="1293">
                  <c:v>State St &amp; Kinzie St</c:v>
                </c:pt>
                <c:pt idx="1294">
                  <c:v>Wilton Ave &amp; Addison St</c:v>
                </c:pt>
                <c:pt idx="1295">
                  <c:v>Vincennes Ave &amp; 95th St</c:v>
                </c:pt>
                <c:pt idx="1296">
                  <c:v>Wilton Ave &amp; Belmont Ave</c:v>
                </c:pt>
                <c:pt idx="1297">
                  <c:v>State St &amp; Randolph St</c:v>
                </c:pt>
                <c:pt idx="1298">
                  <c:v>Sheridan Rd &amp; Argyle St</c:v>
                </c:pt>
                <c:pt idx="1299">
                  <c:v>Wabash Ave &amp; Washington St</c:v>
                </c:pt>
                <c:pt idx="1300">
                  <c:v>Spaulding Ave &amp; Milwaukee Ave</c:v>
                </c:pt>
                <c:pt idx="1301">
                  <c:v>State St &amp; 127th St</c:v>
                </c:pt>
                <c:pt idx="1302">
                  <c:v>Shields Ave &amp; 43rd St</c:v>
                </c:pt>
                <c:pt idx="1303">
                  <c:v>St. Clair St &amp; Erie St 1</c:v>
                </c:pt>
                <c:pt idx="1304">
                  <c:v>Springfield Ave &amp; 71st St</c:v>
                </c:pt>
                <c:pt idx="1305">
                  <c:v>Stony Island Ave &amp; 75th St</c:v>
                </c:pt>
                <c:pt idx="1306">
                  <c:v>Wolcott Ave &amp; Polk St</c:v>
                </c:pt>
                <c:pt idx="1307">
                  <c:v>Stony Island Ave &amp; 90th St</c:v>
                </c:pt>
                <c:pt idx="1308">
                  <c:v>Wood St &amp; 35th St</c:v>
                </c:pt>
                <c:pt idx="1309">
                  <c:v>Summit Ave &amp; 86th St</c:v>
                </c:pt>
                <c:pt idx="1310">
                  <c:v>Troy St &amp; North Ave</c:v>
                </c:pt>
                <c:pt idx="1311">
                  <c:v>Southport Ave &amp; Wrightwood Ave*</c:v>
                </c:pt>
                <c:pt idx="1312">
                  <c:v>University Ave &amp; 57th St</c:v>
                </c:pt>
                <c:pt idx="1313">
                  <c:v>Vincennes Ave &amp; 104th St</c:v>
                </c:pt>
                <c:pt idx="1314">
                  <c:v>Wood St &amp; Chicago Ave</c:v>
                </c:pt>
                <c:pt idx="1315">
                  <c:v>Scottsdale Park</c:v>
                </c:pt>
                <c:pt idx="1316">
                  <c:v>Wood St &amp; Cortland St</c:v>
                </c:pt>
                <c:pt idx="1317">
                  <c:v>Sheridan Rd &amp; Greenleaf Ave</c:v>
                </c:pt>
                <c:pt idx="1318">
                  <c:v>Wood St &amp; Hubbard St</c:v>
                </c:pt>
                <c:pt idx="1319">
                  <c:v>Wells St &amp; Evergreen Ave</c:v>
                </c:pt>
                <c:pt idx="1320">
                  <c:v>Wood St &amp; Milwaukee Ave*</c:v>
                </c:pt>
                <c:pt idx="1321">
                  <c:v>Sheffield Ave &amp; Fullerton Ave</c:v>
                </c:pt>
                <c:pt idx="1322">
                  <c:v>Seminary Ave &amp; Belden Ave</c:v>
                </c:pt>
                <c:pt idx="1323">
                  <c:v>Wabansia &amp; Milwaukee</c:v>
                </c:pt>
                <c:pt idx="1324">
                  <c:v>University Library (NU)</c:v>
                </c:pt>
                <c:pt idx="1325">
                  <c:v>Southport Ave &amp; Waveland Ave</c:v>
                </c:pt>
                <c:pt idx="1326">
                  <c:v>Woodlawn Ave &amp; 55th St</c:v>
                </c:pt>
                <c:pt idx="1327">
                  <c:v>Western Ave &amp; 101st St</c:v>
                </c:pt>
                <c:pt idx="1328">
                  <c:v>Woodlawn Ave &amp; 58th St</c:v>
                </c:pt>
                <c:pt idx="1329">
                  <c:v>Southport Ave &amp; Waveland Ave*</c:v>
                </c:pt>
                <c:pt idx="1330">
                  <c:v>Valli Produce - Evanston Plaza</c:v>
                </c:pt>
                <c:pt idx="1331">
                  <c:v>St Clair St &amp; Ohio St</c:v>
                </c:pt>
                <c:pt idx="1332">
                  <c:v>State St &amp; 95th St</c:v>
                </c:pt>
                <c:pt idx="1333">
                  <c:v>Addison Red Line Corral</c:v>
                </c:pt>
                <c:pt idx="1334">
                  <c:v>Albany Ave &amp; Belmont Ave</c:v>
                </c:pt>
                <c:pt idx="1335">
                  <c:v>Austin Blvd &amp; Chicago Ave</c:v>
                </c:pt>
                <c:pt idx="1336">
                  <c:v>Columbus Ave &amp; 79th St</c:v>
                </c:pt>
                <c:pt idx="1337">
                  <c:v>Ashland Ave &amp; Wellington Ave</c:v>
                </c:pt>
                <c:pt idx="1338">
                  <c:v>Clark St &amp; Schreiber Ave</c:v>
                </c:pt>
                <c:pt idx="1339">
                  <c:v>Clark St &amp; Columbia Ave</c:v>
                </c:pt>
                <c:pt idx="1340">
                  <c:v>2112 W Peterson Ave</c:v>
                </c:pt>
                <c:pt idx="1341">
                  <c:v>Central St Metra</c:v>
                </c:pt>
                <c:pt idx="1342">
                  <c:v>Cicero Ave &amp; Roscoe Ave</c:v>
                </c:pt>
                <c:pt idx="1343">
                  <c:v>Ashland Ave &amp; Augusta Blvd</c:v>
                </c:pt>
                <c:pt idx="1344">
                  <c:v>California Ave &amp; Lake St</c:v>
                </c:pt>
                <c:pt idx="1345">
                  <c:v>Commercial Ave &amp; 97th St</c:v>
                </c:pt>
                <c:pt idx="1346">
                  <c:v>California Ave &amp; Madison St</c:v>
                </c:pt>
                <c:pt idx="1347">
                  <c:v>Cottage Grove Ave &amp; 111th Pl</c:v>
                </c:pt>
                <c:pt idx="1348">
                  <c:v>California Ave &amp; 23rd Pl</c:v>
                </c:pt>
                <c:pt idx="1349">
                  <c:v>Cottage Grove Ave &amp; 43rd St</c:v>
                </c:pt>
                <c:pt idx="1350">
                  <c:v>Damen Ave &amp; 87th St</c:v>
                </c:pt>
                <c:pt idx="1351">
                  <c:v>Cumberland Ave &amp; Catherine Ave</c:v>
                </c:pt>
                <c:pt idx="1352">
                  <c:v>Ashland Ave &amp; 66th St</c:v>
                </c:pt>
                <c:pt idx="1353">
                  <c:v>Carpenter St &amp; Huron St</c:v>
                </c:pt>
                <c:pt idx="1354">
                  <c:v>Ashland Ave &amp; Division St</c:v>
                </c:pt>
                <c:pt idx="1355">
                  <c:v>Bosworth Ave &amp; Howard St</c:v>
                </c:pt>
                <c:pt idx="1356">
                  <c:v>Fulton Market</c:v>
                </c:pt>
                <c:pt idx="1357">
                  <c:v>DuSable Lake Shore Dr &amp; Monroe St</c:v>
                </c:pt>
                <c:pt idx="1358">
                  <c:v>Jefferson St &amp; Monroe St</c:v>
                </c:pt>
                <c:pt idx="1359">
                  <c:v>Higgins Ave &amp; Austin Ave</c:v>
                </c:pt>
                <c:pt idx="1360">
                  <c:v>Damen Ave &amp; Lake St</c:v>
                </c:pt>
                <c:pt idx="1361">
                  <c:v>Franklin St &amp; Jackson Blvd</c:v>
                </c:pt>
                <c:pt idx="1362">
                  <c:v>Dearborn St &amp; Van Buren St</c:v>
                </c:pt>
                <c:pt idx="1363">
                  <c:v>Halsted St &amp; Dickens Ave*</c:v>
                </c:pt>
                <c:pt idx="1364">
                  <c:v>Franklin St &amp; Chicago Ave*</c:v>
                </c:pt>
                <c:pt idx="1365">
                  <c:v>Kedzie Ave &amp; 45th St</c:v>
                </c:pt>
                <c:pt idx="1366">
                  <c:v>Harlem Ave &amp; Irving Park Rd</c:v>
                </c:pt>
                <c:pt idx="1367">
                  <c:v>Dusable Harbor</c:v>
                </c:pt>
                <c:pt idx="1368">
                  <c:v>Financial Pl &amp; Ida B Wells Dr</c:v>
                </c:pt>
                <c:pt idx="1369">
                  <c:v>Ellis Ave &amp; 83rd St</c:v>
                </c:pt>
                <c:pt idx="1370">
                  <c:v>Halsted St &amp; Roosevelt Rd</c:v>
                </c:pt>
                <c:pt idx="1371">
                  <c:v>Kedzie Ave &amp; 66th Pl</c:v>
                </c:pt>
                <c:pt idx="1372">
                  <c:v>Logan Blvd &amp; Elston Ave</c:v>
                </c:pt>
                <c:pt idx="1373">
                  <c:v>MLK Jr Dr &amp; 29th St</c:v>
                </c:pt>
                <c:pt idx="1374">
                  <c:v>Lakefront Trail &amp; Bryn Mawr Ave</c:v>
                </c:pt>
                <c:pt idx="1375">
                  <c:v>LaSalle St &amp; Calhoun Pl </c:v>
                </c:pt>
                <c:pt idx="1376">
                  <c:v>Michigan Ave &amp; 105th St</c:v>
                </c:pt>
                <c:pt idx="1377">
                  <c:v>Leavitt St/North Ave</c:v>
                </c:pt>
                <c:pt idx="1378">
                  <c:v>Long Ave &amp; North Ave</c:v>
                </c:pt>
                <c:pt idx="1379">
                  <c:v>Kostner Ave &amp; Devon Ave</c:v>
                </c:pt>
                <c:pt idx="1380">
                  <c:v>Larrabee St &amp; Oak St</c:v>
                </c:pt>
                <c:pt idx="1381">
                  <c:v>Lamon Ave &amp; Chicago Ave</c:v>
                </c:pt>
                <c:pt idx="1382">
                  <c:v>Navy Pier</c:v>
                </c:pt>
                <c:pt idx="1383">
                  <c:v>LaSalle St &amp; Washington St Corral S</c:v>
                </c:pt>
                <c:pt idx="1384">
                  <c:v>Michigan Ave &amp; Washington St</c:v>
                </c:pt>
                <c:pt idx="1385">
                  <c:v>Lincoln Ave &amp; Montana St</c:v>
                </c:pt>
                <c:pt idx="1386">
                  <c:v>Michigan Ave &amp; 11th St</c:v>
                </c:pt>
                <c:pt idx="1387">
                  <c:v>Lavergne Ave &amp; Diversey Ave</c:v>
                </c:pt>
                <c:pt idx="1388">
                  <c:v>Major Ave &amp; Bloomingdale Ave</c:v>
                </c:pt>
                <c:pt idx="1389">
                  <c:v>McClurg Ct &amp; Ohio St</c:v>
                </c:pt>
                <c:pt idx="1390">
                  <c:v>Public Rack - 83rd St (Avalon Park) Metra</c:v>
                </c:pt>
                <c:pt idx="1391">
                  <c:v>Public Rack - Central Ave &amp; Corcoran Pl</c:v>
                </c:pt>
                <c:pt idx="1392">
                  <c:v>Parnell Ave &amp; 127th St</c:v>
                </c:pt>
                <c:pt idx="1393">
                  <c:v>Princeton Ave &amp; 47th St</c:v>
                </c:pt>
                <c:pt idx="1394">
                  <c:v>Public Rack - Chase Ave &amp; Touhy Ave - NE</c:v>
                </c:pt>
                <c:pt idx="1395">
                  <c:v>Plainfield &amp; Irving Park</c:v>
                </c:pt>
                <c:pt idx="1396">
                  <c:v>Phillips Ave &amp; 79th St</c:v>
                </c:pt>
                <c:pt idx="1397">
                  <c:v>Public Rack - Central Ave &amp; George St</c:v>
                </c:pt>
                <c:pt idx="1398">
                  <c:v>Public Rack - Christiana &amp; Lincoln</c:v>
                </c:pt>
                <c:pt idx="1399">
                  <c:v>Public Rack - Colfax Ave &amp; 83rd St</c:v>
                </c:pt>
                <c:pt idx="1400">
                  <c:v>Public Rack - Lafayette Ave &amp; 95th St</c:v>
                </c:pt>
                <c:pt idx="1401">
                  <c:v>Public Rack - Minuteman Park</c:v>
                </c:pt>
                <c:pt idx="1402">
                  <c:v>Public Rack - Houston Ave &amp; 91st St</c:v>
                </c:pt>
                <c:pt idx="1403">
                  <c:v>Public Rack - Laflin St &amp;51st ST</c:v>
                </c:pt>
                <c:pt idx="1404">
                  <c:v>Public Rack - Marshfield Ave &amp; 87th St</c:v>
                </c:pt>
                <c:pt idx="1405">
                  <c:v>Public Rack - Milwaukee Ave &amp; School St</c:v>
                </c:pt>
                <c:pt idx="1406">
                  <c:v>Public Rack - Irving Park Rd &amp; Menard Ave</c:v>
                </c:pt>
                <c:pt idx="1407">
                  <c:v>Public Rack - Milwaukee Ave &amp; Sunnyside Ave</c:v>
                </c:pt>
                <c:pt idx="1408">
                  <c:v>Public Rack - Lockwood &amp; Archer</c:v>
                </c:pt>
                <c:pt idx="1409">
                  <c:v>Public Rack - Menard Ave &amp; Belmont Ave</c:v>
                </c:pt>
                <c:pt idx="1410">
                  <c:v>Public Rack - Langley Ave &amp; Oakwood Blvd</c:v>
                </c:pt>
                <c:pt idx="1411">
                  <c:v>Public Rack - Nordica Ave &amp; Higgins Ave</c:v>
                </c:pt>
                <c:pt idx="1412">
                  <c:v>Public Rack - Hiawatha Park</c:v>
                </c:pt>
                <c:pt idx="1413">
                  <c:v>Public Rack - Normal Ave &amp; 72nd St</c:v>
                </c:pt>
                <c:pt idx="1414">
                  <c:v>Public Rack - Whipple St &amp; 63rd St</c:v>
                </c:pt>
                <c:pt idx="1415">
                  <c:v>Public Rack - Western Ave &amp; 110th St</c:v>
                </c:pt>
                <c:pt idx="1416">
                  <c:v>Pulaski Rd &amp; 84th St</c:v>
                </c:pt>
                <c:pt idx="1417">
                  <c:v>Public Rack - Ottowa Ave &amp; Touhy Ave</c:v>
                </c:pt>
                <c:pt idx="1418">
                  <c:v>Ritchie Ct &amp; Banks St</c:v>
                </c:pt>
                <c:pt idx="1419">
                  <c:v>Racine Ave &amp; 15th St</c:v>
                </c:pt>
                <c:pt idx="1420">
                  <c:v>Public Rack - Western Ave &amp; 47th Pl</c:v>
                </c:pt>
                <c:pt idx="1421">
                  <c:v>Public Rack - Pulaski Rd &amp; 85th St</c:v>
                </c:pt>
                <c:pt idx="1422">
                  <c:v>Public Rack - Pulaski Rd &amp; Lexington St</c:v>
                </c:pt>
                <c:pt idx="1423">
                  <c:v>Pulaski Rd &amp; 54th St</c:v>
                </c:pt>
                <c:pt idx="1424">
                  <c:v>Rainbow - Beach</c:v>
                </c:pt>
                <c:pt idx="1425">
                  <c:v>Public Rack - S. New England/ W. 65th</c:v>
                </c:pt>
                <c:pt idx="1426">
                  <c:v>S Michigan Ave &amp; E 118th St</c:v>
                </c:pt>
                <c:pt idx="1427">
                  <c:v>Public Rack - Sayer &amp; Northwest Hwy</c:v>
                </c:pt>
                <c:pt idx="1428">
                  <c:v>Wacker Dr &amp; Randolph St</c:v>
                </c:pt>
                <c:pt idx="1429">
                  <c:v>Sedgwick St &amp; Webster Ave</c:v>
                </c:pt>
                <c:pt idx="1430">
                  <c:v>Wentworth Ave &amp; Cermak Rd</c:v>
                </c:pt>
                <c:pt idx="1431">
                  <c:v>W Armitage Ave &amp; N Sheffield Ave</c:v>
                </c:pt>
                <c:pt idx="1432">
                  <c:v>Western Ave &amp; Monroe St</c:v>
                </c:pt>
                <c:pt idx="1433">
                  <c:v>Wilton Ave &amp; Diversey Pkwy*</c:v>
                </c:pt>
                <c:pt idx="1434">
                  <c:v>Waveland/Wilton Corral</c:v>
                </c:pt>
                <c:pt idx="1435">
                  <c:v>Winthrop Ave &amp; Lawrence Ave</c:v>
                </c:pt>
                <c:pt idx="1436">
                  <c:v>Wabash Ave &amp; Adams St</c:v>
                </c:pt>
                <c:pt idx="1437">
                  <c:v>South Shore Dr &amp; 67th St</c:v>
                </c:pt>
                <c:pt idx="1438">
                  <c:v>State St &amp; Chicago Ave</c:v>
                </c:pt>
                <c:pt idx="1439">
                  <c:v>Wabash Ave &amp; 83rd St</c:v>
                </c:pt>
                <c:pt idx="1440">
                  <c:v>Waveland/Racine</c:v>
                </c:pt>
                <c:pt idx="1441">
                  <c:v>Wood St &amp; Taylor St (Temp)</c:v>
                </c:pt>
                <c:pt idx="1442">
                  <c:v>Central Park Ave &amp; Ardmore Ave</c:v>
                </c:pt>
                <c:pt idx="1443">
                  <c:v>Buckingham Fountain</c:v>
                </c:pt>
                <c:pt idx="1444">
                  <c:v>Ashland Ave &amp; Archer Ave</c:v>
                </c:pt>
                <c:pt idx="1445">
                  <c:v>Bennett Ave &amp; 79th St</c:v>
                </c:pt>
                <c:pt idx="1446">
                  <c:v>Cottage Grove Ave &amp; 51st St</c:v>
                </c:pt>
                <c:pt idx="1447">
                  <c:v>Fullerton &amp; Monitor</c:v>
                </c:pt>
                <c:pt idx="1448">
                  <c:v>Francisco Ave &amp; Hollywood Ave</c:v>
                </c:pt>
                <c:pt idx="1449">
                  <c:v>Kedzie Ave &amp; 48th Pl</c:v>
                </c:pt>
                <c:pt idx="1450">
                  <c:v>Homan Ave &amp; Fillmore St</c:v>
                </c:pt>
                <c:pt idx="1451">
                  <c:v>Francisco Ave &amp; Bloomingdale Ave</c:v>
                </c:pt>
                <c:pt idx="1452">
                  <c:v>Damen Ave &amp; Wicker Park Ave</c:v>
                </c:pt>
                <c:pt idx="1453">
                  <c:v>Eberhart Ave &amp; 91st St</c:v>
                </c:pt>
                <c:pt idx="1454">
                  <c:v>Linder Ave &amp; Montrose Ave</c:v>
                </c:pt>
                <c:pt idx="1455">
                  <c:v>Michigan Ave &amp; 113th St</c:v>
                </c:pt>
                <c:pt idx="1456">
                  <c:v>N Damen Ave &amp; W Chicago Ave</c:v>
                </c:pt>
                <c:pt idx="1457">
                  <c:v>Monitor Ave &amp; Division St</c:v>
                </c:pt>
                <c:pt idx="1458">
                  <c:v>Kildare Ave &amp; 47th St</c:v>
                </c:pt>
                <c:pt idx="1459">
                  <c:v>Lincoln Ave &amp; Diversey Pkwy</c:v>
                </c:pt>
                <c:pt idx="1460">
                  <c:v>Loomis St &amp; Lexington St</c:v>
                </c:pt>
                <c:pt idx="1461">
                  <c:v>Meade Ave &amp; Diversey Ave</c:v>
                </c:pt>
                <c:pt idx="1462">
                  <c:v>Kimball Ave &amp; Belmont Ave</c:v>
                </c:pt>
                <c:pt idx="1463">
                  <c:v>Public Rack - Brooks Park</c:v>
                </c:pt>
                <c:pt idx="1464">
                  <c:v>North Ave &amp; New England Ave</c:v>
                </c:pt>
                <c:pt idx="1465">
                  <c:v>Parkside Ave &amp; Armitage Ave</c:v>
                </c:pt>
                <c:pt idx="1466">
                  <c:v>Paulina St &amp; Howard St</c:v>
                </c:pt>
                <c:pt idx="1467">
                  <c:v>Public Rack - California Ave &amp; Touhy Ave - SW</c:v>
                </c:pt>
                <c:pt idx="1468">
                  <c:v>Public Rack - Central Park Ave &amp; Fulton Blvd</c:v>
                </c:pt>
                <c:pt idx="1469">
                  <c:v>Public Rack - 63rd St &amp; Meade Ave</c:v>
                </c:pt>
                <c:pt idx="1470">
                  <c:v>Public Rack - Bryn Mawr Ave &amp; Milwaukee Ave</c:v>
                </c:pt>
                <c:pt idx="1471">
                  <c:v>Public Rack - Halsted St &amp; 63rd St</c:v>
                </c:pt>
                <c:pt idx="1472">
                  <c:v>Public Rack - Natoma Ave &amp; 61st St</c:v>
                </c:pt>
                <c:pt idx="1473">
                  <c:v>Public Rack - Leclaire Ave &amp; Division St</c:v>
                </c:pt>
                <c:pt idx="1474">
                  <c:v>Public Rack - Nagle Ave &amp; Belmont Ave</c:v>
                </c:pt>
                <c:pt idx="1475">
                  <c:v>Public Rack - King Dr &amp; Oakwood Blvd</c:v>
                </c:pt>
                <c:pt idx="1476">
                  <c:v>Public Rack - Jonathan Y Scammon Public School</c:v>
                </c:pt>
                <c:pt idx="1477">
                  <c:v>Public Rack - Kostner Ave &amp; Wrightwood Ave</c:v>
                </c:pt>
                <c:pt idx="1478">
                  <c:v>Public Rack - Kildare Ave &amp; Washignton Blvd</c:v>
                </c:pt>
                <c:pt idx="1479">
                  <c:v>Public Rack - Linder &amp; 51st</c:v>
                </c:pt>
                <c:pt idx="1480">
                  <c:v>Public Rack - Kedzie Ave &amp; 61st Pl W</c:v>
                </c:pt>
                <c:pt idx="1481">
                  <c:v>Public Rack - Kedvale Ave &amp; 63rd St W</c:v>
                </c:pt>
                <c:pt idx="1482">
                  <c:v>Public Rack - Lawndale Ave &amp; 63rd St</c:v>
                </c:pt>
                <c:pt idx="1483">
                  <c:v>Public Rack - Kinzua Ave &amp; Devon Ave</c:v>
                </c:pt>
                <c:pt idx="1484">
                  <c:v>Public Rack - Milwaukee Ave &amp; Diversey Ave</c:v>
                </c:pt>
                <c:pt idx="1485">
                  <c:v>Public Rack - Pulaski Rd &amp; 51st Rd</c:v>
                </c:pt>
                <c:pt idx="1486">
                  <c:v>Richmond St &amp; 59th St</c:v>
                </c:pt>
                <c:pt idx="1487">
                  <c:v>Public Rack - Spaulding Ave &amp; North Ave</c:v>
                </c:pt>
                <c:pt idx="1488">
                  <c:v>Public Rack - William Rainey Harper High School</c:v>
                </c:pt>
                <c:pt idx="1489">
                  <c:v>Public Rack - S Menard &amp; W 63rd</c:v>
                </c:pt>
                <c:pt idx="1490">
                  <c:v>Public Rack - Torrence Ave  &amp; 106th St</c:v>
                </c:pt>
                <c:pt idx="1491">
                  <c:v>Wells St &amp; Elm St</c:v>
                </c:pt>
                <c:pt idx="1492">
                  <c:v>Stewart Ave &amp; 123rd St</c:v>
                </c:pt>
                <c:pt idx="1493">
                  <c:v>Western Ave &amp; Winnebago Ave</c:v>
                </c:pt>
                <c:pt idx="1494">
                  <c:v>Western Ave &amp; 81st St</c:v>
                </c:pt>
                <c:pt idx="1495">
                  <c:v>St Louis Ave &amp; Foster Ave</c:v>
                </c:pt>
                <c:pt idx="1496">
                  <c:v>Western Ave &amp; Fillmore St</c:v>
                </c:pt>
                <c:pt idx="1497">
                  <c:v>Wentworth Ave &amp; 24th St</c:v>
                </c:pt>
                <c:pt idx="1498">
                  <c:v>Sheffield Ave &amp; Fullerton Ave*</c:v>
                </c:pt>
                <c:pt idx="1499">
                  <c:v>Steelworkers Park</c:v>
                </c:pt>
                <c:pt idx="1500">
                  <c:v>Streeter Dr &amp; Grand Ave</c:v>
                </c:pt>
                <c:pt idx="1501">
                  <c:v>Wentworth Ave &amp; 33rd St</c:v>
                </c:pt>
                <c:pt idx="1502">
                  <c:v>South Chicago Ave &amp; Elliot Ave</c:v>
                </c:pt>
                <c:pt idx="1503">
                  <c:v>Western Ave &amp; Leland Ave</c:v>
                </c:pt>
                <c:pt idx="1504">
                  <c:v>Clifton Ave &amp; Armitage Ave</c:v>
                </c:pt>
                <c:pt idx="1505">
                  <c:v>Adler Planetarium</c:v>
                </c:pt>
                <c:pt idx="1506">
                  <c:v>Broadway &amp; Roscoe Ave</c:v>
                </c:pt>
                <c:pt idx="1507">
                  <c:v>Kedzie Ave &amp; 54th Pl</c:v>
                </c:pt>
                <c:pt idx="1508">
                  <c:v>Kenmore Ave &amp; School St</c:v>
                </c:pt>
                <c:pt idx="1509">
                  <c:v>Francisco Ave &amp; Chicago Ave</c:v>
                </c:pt>
                <c:pt idx="1510">
                  <c:v>Hamilton Park</c:v>
                </c:pt>
                <c:pt idx="1511">
                  <c:v>Dearborn St &amp; Adams St</c:v>
                </c:pt>
                <c:pt idx="1512">
                  <c:v>Elston Ave &amp; Cortland St</c:v>
                </c:pt>
                <c:pt idx="1513">
                  <c:v>Halsted St &amp; 123rd St</c:v>
                </c:pt>
                <c:pt idx="1514">
                  <c:v>Leclaire Ave &amp; Belmont Ave</c:v>
                </c:pt>
                <c:pt idx="1515">
                  <c:v>Kingsbury St &amp; Kinzie St</c:v>
                </c:pt>
                <c:pt idx="1516">
                  <c:v>LaSalle St &amp; Washington St Corral N</c:v>
                </c:pt>
                <c:pt idx="1517">
                  <c:v>Normal Ave &amp; Archer Ave</c:v>
                </c:pt>
                <c:pt idx="1518">
                  <c:v>Paulina St &amp; 18th St</c:v>
                </c:pt>
                <c:pt idx="1519">
                  <c:v>Nordica Ave &amp; Medill Ave</c:v>
                </c:pt>
                <c:pt idx="1520">
                  <c:v>Peoria St &amp; Jackson Blvd</c:v>
                </c:pt>
                <c:pt idx="1521">
                  <c:v>Oriole Ave &amp; Irving Park Rd</c:v>
                </c:pt>
                <c:pt idx="1522">
                  <c:v>Public Rack - East End Ave &amp; 75th St</c:v>
                </c:pt>
                <c:pt idx="1523">
                  <c:v>Oconto Ave &amp; Belmont Ave</c:v>
                </c:pt>
                <c:pt idx="1524">
                  <c:v>Public Rack - Halsted St &amp; 94th St</c:v>
                </c:pt>
                <c:pt idx="1525">
                  <c:v>Public Rack - Cornell Ave &amp; 87th Pl</c:v>
                </c:pt>
                <c:pt idx="1526">
                  <c:v>Public Rack - Cottage Grove Ave &amp; 111th St</c:v>
                </c:pt>
                <c:pt idx="1527">
                  <c:v>Public Rack - Cicero &amp; 64th</c:v>
                </c:pt>
                <c:pt idx="1528">
                  <c:v>Public Rack - Northwest Hwy &amp; Highland Ave</c:v>
                </c:pt>
                <c:pt idx="1529">
                  <c:v>Public Rack - Normandy Ave &amp; Archer Ave</c:v>
                </c:pt>
                <c:pt idx="1530">
                  <c:v>Public Rack - Linder Ave &amp; 51st St</c:v>
                </c:pt>
                <c:pt idx="1531">
                  <c:v>Public Rack - Penn Elementary School / KIPP Ascend Middle School</c:v>
                </c:pt>
                <c:pt idx="1532">
                  <c:v>Public Rack - Western Ave &amp; 116th St</c:v>
                </c:pt>
                <c:pt idx="1533">
                  <c:v>Racine Ave &amp; Washington Blvd</c:v>
                </c:pt>
                <c:pt idx="1534">
                  <c:v>Public Rack - Torrence Ave &amp; 103rd St</c:v>
                </c:pt>
                <c:pt idx="1535">
                  <c:v>Public Rack - Western Ave &amp; 96th St</c:v>
                </c:pt>
                <c:pt idx="1536">
                  <c:v>Sacramento Blvd &amp; Addison St</c:v>
                </c:pt>
                <c:pt idx="1537">
                  <c:v>Wabash Ave &amp; Roosevelt Rd</c:v>
                </c:pt>
                <c:pt idx="1538">
                  <c:v>Smith Park</c:v>
                </c:pt>
                <c:pt idx="1539">
                  <c:v>Wentworth Ave &amp; 92nd St</c:v>
                </c:pt>
                <c:pt idx="1540">
                  <c:v>Union Ave &amp; Root St</c:v>
                </c:pt>
                <c:pt idx="1541">
                  <c:v>Wabash Ave &amp; 9th St</c:v>
                </c:pt>
                <c:pt idx="1542">
                  <c:v>Aberdeen St &amp; Jackson Blvd</c:v>
                </c:pt>
                <c:pt idx="1543">
                  <c:v>California Ave &amp; Altgeld St</c:v>
                </c:pt>
                <c:pt idx="1544">
                  <c:v>Daley Center Plaza</c:v>
                </c:pt>
                <c:pt idx="1545">
                  <c:v>Grace/Sheffield Corral</c:v>
                </c:pt>
                <c:pt idx="1546">
                  <c:v>Desplaines St &amp; Randolph St</c:v>
                </c:pt>
                <c:pt idx="1547">
                  <c:v>Ellis Ave &amp; 58th St</c:v>
                </c:pt>
                <c:pt idx="1548">
                  <c:v>Larrabee St &amp; Kingsbury St</c:v>
                </c:pt>
                <c:pt idx="1549">
                  <c:v>Milwaukee Ave &amp; Diversey Ave</c:v>
                </c:pt>
                <c:pt idx="1550">
                  <c:v>Meade Ave &amp; Addison St</c:v>
                </c:pt>
                <c:pt idx="1551">
                  <c:v>May St &amp; 69th St</c:v>
                </c:pt>
                <c:pt idx="1552">
                  <c:v>Kildare Ave &amp; 55th St</c:v>
                </c:pt>
                <c:pt idx="1553">
                  <c:v>Public Rack - Ashland Ave &amp; 83rd St</c:v>
                </c:pt>
                <c:pt idx="1554">
                  <c:v>Public Rack - Ellis Ave &amp; Doty Ave</c:v>
                </c:pt>
                <c:pt idx="1555">
                  <c:v>Public Rack - Brighton Park Branch Chicago Library</c:v>
                </c:pt>
                <c:pt idx="1556">
                  <c:v>Public Rack - Ewing Ave &amp; 96th St N</c:v>
                </c:pt>
                <c:pt idx="1557">
                  <c:v>Public Rack - Central Park Ave &amp; Ogden Ave</c:v>
                </c:pt>
                <c:pt idx="1558">
                  <c:v>Oakley Ave &amp; Lyndale St</c:v>
                </c:pt>
                <c:pt idx="1559">
                  <c:v>Oglesby Ave &amp; 100th St</c:v>
                </c:pt>
                <c:pt idx="1560">
                  <c:v>Public Rack - Kedzie Ave &amp; Walnut St</c:v>
                </c:pt>
                <c:pt idx="1561">
                  <c:v>Public Rack - Lawndale Ave &amp; 23rd St</c:v>
                </c:pt>
                <c:pt idx="1562">
                  <c:v>Public Rack - Harold Washington Park</c:v>
                </c:pt>
                <c:pt idx="1563">
                  <c:v>Public Rack - Mont Clare Ave &amp; Higgins Ave</c:v>
                </c:pt>
                <c:pt idx="1564">
                  <c:v>Public Rack - Langley Ave &amp; 105th Pl</c:v>
                </c:pt>
                <c:pt idx="1565">
                  <c:v>Public Rack - Ozman &amp; Talcott</c:v>
                </c:pt>
                <c:pt idx="1566">
                  <c:v>Racine Ave &amp; Wrightwood Ave</c:v>
                </c:pt>
                <c:pt idx="1567">
                  <c:v>Public Rack - Oakley &amp; 79th Pl</c:v>
                </c:pt>
                <c:pt idx="1568">
                  <c:v>Public Rack - State St &amp; 47th st</c:v>
                </c:pt>
                <c:pt idx="1569">
                  <c:v>Public Rack - Sawyer Ave &amp; 111th St</c:v>
                </c:pt>
                <c:pt idx="1570">
                  <c:v>Public Rack - Springfield &amp; 79th</c:v>
                </c:pt>
                <c:pt idx="1571">
                  <c:v>Public Rack - Oketo &amp; Northwest Hwy</c:v>
                </c:pt>
                <c:pt idx="1572">
                  <c:v>St. Clair St &amp; Erie St 2</c:v>
                </c:pt>
                <c:pt idx="1573">
                  <c:v>Wood St &amp; Webster Ave</c:v>
                </c:pt>
                <c:pt idx="1574">
                  <c:v>Sedgwick St &amp; Chicago Ave</c:v>
                </c:pt>
                <c:pt idx="1575">
                  <c:v>Sheridan Rd &amp; Columbia Ave</c:v>
                </c:pt>
                <c:pt idx="1576">
                  <c:v>Cherry Ave &amp; Blackhawk St</c:v>
                </c:pt>
                <c:pt idx="1577">
                  <c:v>Keeler Ave &amp; Carmen Ave</c:v>
                </c:pt>
                <c:pt idx="1578">
                  <c:v>Jeffery Blvd &amp; 71st St</c:v>
                </c:pt>
                <c:pt idx="1579">
                  <c:v>Manistee Ave &amp; 95th St</c:v>
                </c:pt>
                <c:pt idx="1580">
                  <c:v>May St &amp; Taylor St</c:v>
                </c:pt>
                <c:pt idx="1581">
                  <c:v>Lakefront Trail &amp; Wilson Ave</c:v>
                </c:pt>
                <c:pt idx="1582">
                  <c:v>Public Rack - Avondale Ave &amp; Addison St</c:v>
                </c:pt>
                <c:pt idx="1583">
                  <c:v>Public Rack - Franklin Park</c:v>
                </c:pt>
                <c:pt idx="1584">
                  <c:v>Ogden Ave &amp; Race Ave</c:v>
                </c:pt>
                <c:pt idx="1585">
                  <c:v>Pine Grove Ave &amp; Wellington Ave</c:v>
                </c:pt>
                <c:pt idx="1586">
                  <c:v>Public Rack - Ashland Ave &amp; 45th St</c:v>
                </c:pt>
                <c:pt idx="1587">
                  <c:v>Public Rack - Mason Ave &amp; Milwaukee Ave</c:v>
                </c:pt>
                <c:pt idx="1588">
                  <c:v>Public Rack - Mason Ave &amp; Archer Ave</c:v>
                </c:pt>
                <c:pt idx="1589">
                  <c:v>Public Rack - Neenah &amp; Archer</c:v>
                </c:pt>
                <c:pt idx="1590">
                  <c:v>Public Rack - Leoti Ave &amp; Central Ave (north)</c:v>
                </c:pt>
                <c:pt idx="1591">
                  <c:v>Public Rack - Kostner Ave &amp; Armitage Ave</c:v>
                </c:pt>
                <c:pt idx="1592">
                  <c:v>Public Rack - Kedzie Ave &amp; 63rd St</c:v>
                </c:pt>
                <c:pt idx="1593">
                  <c:v>Public Rack - Monticello Ave &amp; Belmont Ave</c:v>
                </c:pt>
                <c:pt idx="1594">
                  <c:v>Public Rack - Prairie Ave &amp; Garfield Blvd N</c:v>
                </c:pt>
                <c:pt idx="1595">
                  <c:v>Rush St &amp; Superior St</c:v>
                </c:pt>
                <c:pt idx="1596">
                  <c:v>Public Rack - Vincennes Ave &amp; 77th St</c:v>
                </c:pt>
                <c:pt idx="1597">
                  <c:v>Public Rack - Peterson Ave &amp; Drake Ave</c:v>
                </c:pt>
                <c:pt idx="1598">
                  <c:v>Western Ave &amp; Howard St</c:v>
                </c:pt>
                <c:pt idx="1599">
                  <c:v>Burnham Greenway &amp; 112th St</c:v>
                </c:pt>
                <c:pt idx="1600">
                  <c:v>Christiana Ave &amp; Lawrence Ave</c:v>
                </c:pt>
                <c:pt idx="1601">
                  <c:v>Cottage Grove Ave &amp; 47th St</c:v>
                </c:pt>
                <c:pt idx="1602">
                  <c:v>Archer Ave &amp; Homan Ave</c:v>
                </c:pt>
                <c:pt idx="1603">
                  <c:v>Halsted St &amp; Belden St</c:v>
                </c:pt>
                <c:pt idx="1604">
                  <c:v>Halsted St &amp; Wrightwood Ave</c:v>
                </c:pt>
                <c:pt idx="1605">
                  <c:v>Hastings St Depot LWS</c:v>
                </c:pt>
                <c:pt idx="1606">
                  <c:v>Kilbourn Ave &amp; Irving Park Rd</c:v>
                </c:pt>
                <c:pt idx="1607">
                  <c:v>N Carpenter St &amp; W Lake St</c:v>
                </c:pt>
                <c:pt idx="1608">
                  <c:v>Michigan Ave &amp; Jackson Blvd</c:v>
                </c:pt>
                <c:pt idx="1609">
                  <c:v>Long Ave &amp; Diversey Ave</c:v>
                </c:pt>
                <c:pt idx="1610">
                  <c:v>McClurg Ct &amp; Erie St</c:v>
                </c:pt>
                <c:pt idx="1611">
                  <c:v>Public Rack - Calumet Ave &amp; 103rd St</c:v>
                </c:pt>
                <c:pt idx="1612">
                  <c:v>Public Rack - Western Ave &amp; 111th St - SW</c:v>
                </c:pt>
                <c:pt idx="1613">
                  <c:v>Public Rack - Washtenaw Ave &amp; Devon Ave</c:v>
                </c:pt>
                <c:pt idx="1614">
                  <c:v>Public Rack - Pulaski Rd &amp; 44th St</c:v>
                </c:pt>
                <c:pt idx="1615">
                  <c:v>Public Rack - Ozanam Ave &amp; Devon Ave</c:v>
                </c:pt>
                <c:pt idx="1616">
                  <c:v>Wells St &amp; Madison St</c:v>
                </c:pt>
                <c:pt idx="1617">
                  <c:v>Albany Ave &amp; Douglas Blvd</c:v>
                </c:pt>
                <c:pt idx="1618">
                  <c:v>California Ave &amp; 41st St</c:v>
                </c:pt>
                <c:pt idx="1619">
                  <c:v>Clark St &amp; Schiller St</c:v>
                </c:pt>
                <c:pt idx="1620">
                  <c:v>Hampden Ct &amp; Diversey Pkwy</c:v>
                </c:pt>
                <c:pt idx="1621">
                  <c:v>Lavergne Ave &amp; Fullerton Ave</c:v>
                </c:pt>
                <c:pt idx="1622">
                  <c:v>Public Rack - Bradley Park</c:v>
                </c:pt>
                <c:pt idx="1623">
                  <c:v>Public Rack - Kedvale Ave &amp; Addison St</c:v>
                </c:pt>
                <c:pt idx="1624">
                  <c:v>Public Rack - Hamlin Ave &amp; Fullerton Ave</c:v>
                </c:pt>
                <c:pt idx="1625">
                  <c:v>Public Rack - Hyde Park Blvd &amp; 55th St</c:v>
                </c:pt>
                <c:pt idx="1626">
                  <c:v>Public Rack - State ST &amp; 42nd St</c:v>
                </c:pt>
                <c:pt idx="1627">
                  <c:v>Public Rack - Vincennes Ave &amp; 95th St</c:v>
                </c:pt>
                <c:pt idx="1628">
                  <c:v>Public Rack - St Louis &amp; 83rd</c:v>
                </c:pt>
                <c:pt idx="1629">
                  <c:v>Clark St &amp; Jarvis Ave</c:v>
                </c:pt>
                <c:pt idx="1630">
                  <c:v>Archer Ave &amp; Wentworth Ave</c:v>
                </c:pt>
                <c:pt idx="1631">
                  <c:v>Clark St &amp; Fletcher St</c:v>
                </c:pt>
                <c:pt idx="1632">
                  <c:v>Fairfield Ave &amp; 44th St</c:v>
                </c:pt>
                <c:pt idx="1633">
                  <c:v>Glenwood Ave &amp; Morse Ave</c:v>
                </c:pt>
                <c:pt idx="1634">
                  <c:v>Marshfield Ave &amp; 59th St</c:v>
                </c:pt>
                <c:pt idx="1635">
                  <c:v>Loomis St &amp; Jackson Blvd</c:v>
                </c:pt>
                <c:pt idx="1636">
                  <c:v>Loomis St &amp; 89th St</c:v>
                </c:pt>
                <c:pt idx="1637">
                  <c:v>Public Rack - 85th Pl &amp; Pulaski Rd</c:v>
                </c:pt>
                <c:pt idx="1638">
                  <c:v>Public Rack - Forest Glen Station </c:v>
                </c:pt>
                <c:pt idx="1639">
                  <c:v>Public Rack - Linder Ave &amp; 64th Pl</c:v>
                </c:pt>
                <c:pt idx="1640">
                  <c:v>Public Rack - Keystone Ave &amp; North Ave</c:v>
                </c:pt>
                <c:pt idx="1641">
                  <c:v>Rockwell St &amp; 47th St</c:v>
                </c:pt>
                <c:pt idx="1642">
                  <c:v>Wood St &amp; Augusta Blvd</c:v>
                </c:pt>
                <c:pt idx="1643">
                  <c:v>Vincennes Ave &amp; 79th St</c:v>
                </c:pt>
                <c:pt idx="1644">
                  <c:v>Wells St &amp; Walton St</c:v>
                </c:pt>
                <c:pt idx="1645">
                  <c:v>Artesian Ave &amp; 55th St</c:v>
                </c:pt>
                <c:pt idx="1646">
                  <c:v>Ashland Ave &amp; 50th St</c:v>
                </c:pt>
                <c:pt idx="1647">
                  <c:v>Michigan Ave &amp; Ida B Wells Dr</c:v>
                </c:pt>
                <c:pt idx="1648">
                  <c:v>Laramie Ave &amp; Addison St</c:v>
                </c:pt>
                <c:pt idx="1649">
                  <c:v>Kostner Ave &amp; Bryn Mawr Ave</c:v>
                </c:pt>
                <c:pt idx="1650">
                  <c:v>Phillips Ave &amp; 83rd St</c:v>
                </c:pt>
                <c:pt idx="1651">
                  <c:v>Public Rack - Drake Ave &amp; Leland Ave</c:v>
                </c:pt>
                <c:pt idx="1652">
                  <c:v>Public Rack - Harlem and W. 59th</c:v>
                </c:pt>
                <c:pt idx="1653">
                  <c:v>Public Rack - Northwest Hwy &amp; Raven St</c:v>
                </c:pt>
                <c:pt idx="1654">
                  <c:v>Racine/Eddy Corral</c:v>
                </c:pt>
                <c:pt idx="1655">
                  <c:v>Public Rack - Peterson Ave &amp; Milwaukee Ave</c:v>
                </c:pt>
                <c:pt idx="1656">
                  <c:v>Public Rack - Prairie Ave &amp; 47th St </c:v>
                </c:pt>
                <c:pt idx="1657">
                  <c:v>Southport Ave &amp; Belmont Ave</c:v>
                </c:pt>
                <c:pt idx="1658">
                  <c:v>State St &amp; 35th St</c:v>
                </c:pt>
                <c:pt idx="1659">
                  <c:v>Kedzie Ave &amp; 52nd St</c:v>
                </c:pt>
                <c:pt idx="1660">
                  <c:v>Larrabee St &amp; Menomonee St</c:v>
                </c:pt>
                <c:pt idx="1661">
                  <c:v>Public Rack - Eggleston Ave &amp; 115th St</c:v>
                </c:pt>
                <c:pt idx="1662">
                  <c:v>Peterson/Ridge Metra</c:v>
                </c:pt>
                <c:pt idx="1663">
                  <c:v>Public Rack - Cicero Ave &amp; Altgeld St</c:v>
                </c:pt>
                <c:pt idx="1664">
                  <c:v>Public Rack - Newcastle Ave &amp; Wellington Ave</c:v>
                </c:pt>
                <c:pt idx="1665">
                  <c:v>Public Rack - Kilpatrick &amp; Elston</c:v>
                </c:pt>
                <c:pt idx="1666">
                  <c:v>Public Rack - Newcastle Ave &amp; Belmont Ave</c:v>
                </c:pt>
                <c:pt idx="1667">
                  <c:v>Public Rack - Hamlin Ave &amp; Montrose Ave</c:v>
                </c:pt>
                <c:pt idx="1668">
                  <c:v>Public Rack - Rutherford Ave &amp; Belmont Ave</c:v>
                </c:pt>
                <c:pt idx="1669">
                  <c:v>Public Rack - Racine Ave &amp; 74th St</c:v>
                </c:pt>
                <c:pt idx="1670">
                  <c:v>Wallace St &amp; Pershing Rd</c:v>
                </c:pt>
                <c:pt idx="1671">
                  <c:v>Wabash Ave &amp; Jackson Blvd</c:v>
                </c:pt>
                <c:pt idx="1672">
                  <c:v>Theater on the Lake</c:v>
                </c:pt>
                <c:pt idx="1673">
                  <c:v>Sedgwick St &amp; North Ave*</c:v>
                </c:pt>
                <c:pt idx="1674">
                  <c:v>Conservatory Dr &amp; Lake St</c:v>
                </c:pt>
                <c:pt idx="1675">
                  <c:v>Artesian Ave &amp; Marquette Rd</c:v>
                </c:pt>
                <c:pt idx="1676">
                  <c:v>Desplaines St &amp; Jackson Blvd</c:v>
                </c:pt>
                <c:pt idx="1677">
                  <c:v>Halsted St &amp; 69th St</c:v>
                </c:pt>
                <c:pt idx="1678">
                  <c:v>Public Rack - Stony Island Ave &amp; 86th St</c:v>
                </c:pt>
                <c:pt idx="1679">
                  <c:v>State St &amp; Pershing Rd</c:v>
                </c:pt>
                <c:pt idx="1680">
                  <c:v>Southport Ave &amp; Irving Park Rd</c:v>
                </c:pt>
                <c:pt idx="1681">
                  <c:v>Kedzie Ave &amp; 38th Pl</c:v>
                </c:pt>
                <c:pt idx="1682">
                  <c:v>Dan Ryan Woods &amp; 83rd St</c:v>
                </c:pt>
                <c:pt idx="1683">
                  <c:v>Laramie Ave &amp; Kinzie St</c:v>
                </c:pt>
                <c:pt idx="1684">
                  <c:v>Public Rack - Clyde Ave &amp; 87th St</c:v>
                </c:pt>
                <c:pt idx="1685">
                  <c:v>Public Rack - Homan Ave &amp; 26th St</c:v>
                </c:pt>
                <c:pt idx="1686">
                  <c:v>Pulaski Rd &amp; 60th Pl</c:v>
                </c:pt>
                <c:pt idx="1687">
                  <c:v>Rush St &amp; Hubbard St</c:v>
                </c:pt>
                <c:pt idx="1688">
                  <c:v>Ashland Ave &amp; 63rd St</c:v>
                </c:pt>
                <c:pt idx="1689">
                  <c:v>Cottage Grove Ave &amp; 71st St</c:v>
                </c:pt>
                <c:pt idx="1690">
                  <c:v>Halsted St &amp; 73rd St</c:v>
                </c:pt>
                <c:pt idx="1691">
                  <c:v>Larrabee St &amp; Division St</c:v>
                </c:pt>
                <c:pt idx="1692">
                  <c:v>Lowell Ave &amp; Armitage Ave</c:v>
                </c:pt>
                <c:pt idx="1693">
                  <c:v>Public Rack - Jensen Park</c:v>
                </c:pt>
                <c:pt idx="1694">
                  <c:v>Public Rack - Milwaukee Ave &amp; Catalpa Ave</c:v>
                </c:pt>
                <c:pt idx="1695">
                  <c:v>Burling St &amp; Armitage Ave</c:v>
                </c:pt>
                <c:pt idx="1696">
                  <c:v>Indiana Ave &amp; 103rd St</c:v>
                </c:pt>
                <c:pt idx="1697">
                  <c:v>Halsted St &amp; 78th St</c:v>
                </c:pt>
                <c:pt idx="1698">
                  <c:v>Public Rack - Cicero Ave &amp; Roscoe St</c:v>
                </c:pt>
                <c:pt idx="1699">
                  <c:v>Public Rack - Evans Ave &amp; 63rd St</c:v>
                </c:pt>
                <c:pt idx="1700">
                  <c:v>Public Rack - Keef Ave &amp; South Chicago Ave</c:v>
                </c:pt>
                <c:pt idx="1701">
                  <c:v>Public Rack - Kedzie Ave &amp; Arthington St</c:v>
                </c:pt>
                <c:pt idx="1702">
                  <c:v>Public Rack - Kedzie Ave &amp; 54th St - SE</c:v>
                </c:pt>
                <c:pt idx="1703">
                  <c:v>Public Rack - Martin Luther King Dr &amp; 69th St</c:v>
                </c:pt>
                <c:pt idx="1704">
                  <c:v>Racine Ave &amp; Randolph St</c:v>
                </c:pt>
                <c:pt idx="1705">
                  <c:v>Springfield Ave &amp; 80th St</c:v>
                </c:pt>
                <c:pt idx="1706">
                  <c:v>DuSable Lake Shore Dr &amp; North Blvd</c:v>
                </c:pt>
                <c:pt idx="1707">
                  <c:v>Kildare Ave &amp; Montrose Ave</c:v>
                </c:pt>
                <c:pt idx="1708">
                  <c:v>Public Rack - Laflin St &amp; 79th St</c:v>
                </c:pt>
                <c:pt idx="1709">
                  <c:v>California Ave &amp; North Ave</c:v>
                </c:pt>
                <c:pt idx="1710">
                  <c:v>Hamlin Ave &amp; Grand Ave</c:v>
                </c:pt>
                <c:pt idx="1711">
                  <c:v>Hyacinth Ave &amp; Milwaukee Ave</c:v>
                </c:pt>
                <c:pt idx="1712">
                  <c:v>Francisco Ave &amp; Foster Ave</c:v>
                </c:pt>
                <c:pt idx="1713">
                  <c:v>Public Rack - Avenue J &amp; 112th St</c:v>
                </c:pt>
                <c:pt idx="1714">
                  <c:v>Public Rack - Linder &amp; Elston</c:v>
                </c:pt>
                <c:pt idx="1715">
                  <c:v>Racine Ave &amp; Fullerton Ave</c:v>
                </c:pt>
                <c:pt idx="1716">
                  <c:v>University Ave &amp; 59th St</c:v>
                </c:pt>
                <c:pt idx="1717">
                  <c:v>Central Park Ave &amp; Douglas Blvd</c:v>
                </c:pt>
                <c:pt idx="1718">
                  <c:v>Public Rack - Park Manor Elementary School</c:v>
                </c:pt>
                <c:pt idx="1719">
                  <c:v>Orleans St &amp; Chestnut St (NEXT Apts)</c:v>
                </c:pt>
                <c:pt idx="1720">
                  <c:v>Public Rack - Western Ave &amp; 111th St - NW</c:v>
                </c:pt>
                <c:pt idx="1721">
                  <c:v>Sangamon St &amp; Adams St</c:v>
                </c:pt>
                <c:pt idx="1722">
                  <c:v>Canal St &amp; Adams St</c:v>
                </c:pt>
                <c:pt idx="1723">
                  <c:v>Central Ave &amp; Harrison St</c:v>
                </c:pt>
                <c:pt idx="1724">
                  <c:v>Karlov Ave &amp; Lawrence Ave</c:v>
                </c:pt>
                <c:pt idx="1725">
                  <c:v>Damen Ave &amp; Evergreen Ave</c:v>
                </c:pt>
                <c:pt idx="1726">
                  <c:v>Public Rack - Nina Ave &amp; Avondale Ave</c:v>
                </c:pt>
                <c:pt idx="1727">
                  <c:v>Public Rack - Loomis St &amp; 87th St</c:v>
                </c:pt>
                <c:pt idx="1728">
                  <c:v>Wacker Dr &amp; Washington St Corral</c:v>
                </c:pt>
                <c:pt idx="1729">
                  <c:v>start_station_name</c:v>
                </c:pt>
                <c:pt idx="1730">
                  <c:v>Albany Ave &amp; 16th St</c:v>
                </c:pt>
                <c:pt idx="1731">
                  <c:v>Greenwood Ave &amp; 79th St</c:v>
                </c:pt>
                <c:pt idx="1732">
                  <c:v>Greenview Ave &amp; Fullerton Ave</c:v>
                </c:pt>
                <c:pt idx="1733">
                  <c:v>Public Rack - Austin Ave &amp; Wrightwood Ave</c:v>
                </c:pt>
                <c:pt idx="1734">
                  <c:v>Public Rack - Bryn Mawr Ave &amp; Spaulding Ave</c:v>
                </c:pt>
                <c:pt idx="1735">
                  <c:v>Public Rack - Meade Ave &amp; Archer Ave</c:v>
                </c:pt>
                <c:pt idx="1736">
                  <c:v>Aberdeen St &amp; 103rd St</c:v>
                </c:pt>
                <c:pt idx="1737">
                  <c:v>Milwaukee Ave &amp; Cuyler Ave</c:v>
                </c:pt>
                <c:pt idx="1738">
                  <c:v>Kostner Ave &amp; Belmont Ave</c:v>
                </c:pt>
                <c:pt idx="1739">
                  <c:v>Peoria St &amp; Kinzie St</c:v>
                </c:pt>
                <c:pt idx="1740">
                  <c:v>Sacramento Blvd &amp; Franklin Blvd</c:v>
                </c:pt>
                <c:pt idx="1741">
                  <c:v>Public Rack - Austin Blvd &amp; North Ave</c:v>
                </c:pt>
                <c:pt idx="1742">
                  <c:v>Sacramento Ave &amp; Lyndale St</c:v>
                </c:pt>
                <c:pt idx="1743">
                  <c:v>Throop St &amp; 99th St</c:v>
                </c:pt>
                <c:pt idx="1744">
                  <c:v>Public Rack - Hamilton Ave &amp; 95th St</c:v>
                </c:pt>
                <c:pt idx="1745">
                  <c:v>Public Rack - Wolcott Ave &amp; 56th St</c:v>
                </c:pt>
                <c:pt idx="1746">
                  <c:v>Torrence Ave &amp; 126th Pl</c:v>
                </c:pt>
                <c:pt idx="1747">
                  <c:v>Ewing Ave &amp; Burnham Greenway</c:v>
                </c:pt>
                <c:pt idx="1748">
                  <c:v>Halsted St &amp; 104th St</c:v>
                </c:pt>
                <c:pt idx="1749">
                  <c:v>Public Rack - Avenue M &amp; 132nd St</c:v>
                </c:pt>
                <c:pt idx="1750">
                  <c:v>Public Rack - 83rd Pl &amp; Kedzie Ave S</c:v>
                </c:pt>
                <c:pt idx="1751">
                  <c:v>Public Rack - Kingston Ave &amp; 75th St</c:v>
                </c:pt>
                <c:pt idx="1752">
                  <c:v>Public Rack - Prairie Ave &amp; 85th St</c:v>
                </c:pt>
                <c:pt idx="1753">
                  <c:v>Throop St &amp; Taylor St</c:v>
                </c:pt>
                <c:pt idx="1754">
                  <c:v>Avenue O &amp; 134th St</c:v>
                </c:pt>
                <c:pt idx="1755">
                  <c:v>Damen Ave &amp; Grand Ave</c:v>
                </c:pt>
                <c:pt idx="1756">
                  <c:v>Public Rack - Central Ave &amp; Congress Pkwy</c:v>
                </c:pt>
                <c:pt idx="1757">
                  <c:v>Public Rack - Octavia Ave &amp; Touhy Ave</c:v>
                </c:pt>
                <c:pt idx="1758">
                  <c:v>Troy St &amp; Jackson Blvd</c:v>
                </c:pt>
                <c:pt idx="1759">
                  <c:v>Western Ave &amp; Walton St</c:v>
                </c:pt>
                <c:pt idx="1760">
                  <c:v>Doty Ave &amp; 111th St</c:v>
                </c:pt>
                <c:pt idx="1761">
                  <c:v>Manor Ave &amp; Leland Ave</c:v>
                </c:pt>
                <c:pt idx="1762">
                  <c:v>Loomis Blvd &amp; 84th St</c:v>
                </c:pt>
                <c:pt idx="1763">
                  <c:v>Richmond St &amp; Diversey Ave</c:v>
                </c:pt>
                <c:pt idx="1764">
                  <c:v>Menard Ave &amp; North Ave</c:v>
                </c:pt>
                <c:pt idx="1765">
                  <c:v>Public Rack - Longwood Dr &amp; 95th St</c:v>
                </c:pt>
                <c:pt idx="1766">
                  <c:v>Sheffield Ave &amp; Webster Ave</c:v>
                </c:pt>
                <c:pt idx="1767">
                  <c:v>Farragut Ave &amp; Central Ave</c:v>
                </c:pt>
                <c:pt idx="1768">
                  <c:v>Michigan Ave &amp; 8th St</c:v>
                </c:pt>
                <c:pt idx="1769">
                  <c:v>Public Rack - Loomis Blvd &amp; 47th St</c:v>
                </c:pt>
                <c:pt idx="1770">
                  <c:v>Cottage Grove Ave &amp; 67th St</c:v>
                </c:pt>
                <c:pt idx="1771">
                  <c:v>Eggleston Ave &amp; 92nd St</c:v>
                </c:pt>
                <c:pt idx="1772">
                  <c:v>Kenneth Ave &amp; 50th St</c:v>
                </c:pt>
                <c:pt idx="1773">
                  <c:v>Public Rack - Garfield Park Conservatory</c:v>
                </c:pt>
                <c:pt idx="1774">
                  <c:v>Public Rack - Parnell Ave &amp; 119th St</c:v>
                </c:pt>
                <c:pt idx="1775">
                  <c:v>Michigan Ave &amp; 108th St</c:v>
                </c:pt>
                <c:pt idx="1776">
                  <c:v>Public Rack - Pulaski Rd &amp; Fullerton Ave</c:v>
                </c:pt>
                <c:pt idx="1777">
                  <c:v>Central Park Ave &amp; Elbridge Ave</c:v>
                </c:pt>
                <c:pt idx="1778">
                  <c:v>Larrabee St &amp; North Ave</c:v>
                </c:pt>
                <c:pt idx="1779">
                  <c:v>Public Rack - California &amp; 71st</c:v>
                </c:pt>
                <c:pt idx="1780">
                  <c:v>Orange Ave &amp; Addison St</c:v>
                </c:pt>
                <c:pt idx="1781">
                  <c:v>Clark St &amp; Arlington Pl</c:v>
                </c:pt>
                <c:pt idx="1782">
                  <c:v>Public Rack - Division St &amp; Christiana Ave</c:v>
                </c:pt>
                <c:pt idx="1783">
                  <c:v>Public Rack - Canfield &amp; Victoria</c:v>
                </c:pt>
                <c:pt idx="1784">
                  <c:v>Ravenswood Ave &amp; Berteau Ave</c:v>
                </c:pt>
                <c:pt idx="1785">
                  <c:v>Clark St &amp; Elm St</c:v>
                </c:pt>
                <c:pt idx="1786">
                  <c:v>Malden St &amp; Wilson Ave</c:v>
                </c:pt>
                <c:pt idx="1787">
                  <c:v>Public Rack - Back of the Yards Park</c:v>
                </c:pt>
                <c:pt idx="1788">
                  <c:v>Cottage Grove Ave &amp; 63rd St</c:v>
                </c:pt>
                <c:pt idx="1789">
                  <c:v>LaSalle St &amp; Adams St Corral</c:v>
                </c:pt>
                <c:pt idx="1790">
                  <c:v>Mason Ave &amp; Montrose Ave</c:v>
                </c:pt>
                <c:pt idx="1791">
                  <c:v>Public Rack - Western Ave &amp; 100th St</c:v>
                </c:pt>
                <c:pt idx="1792">
                  <c:v>Harding Ave &amp; Division St</c:v>
                </c:pt>
                <c:pt idx="1793">
                  <c:v>Public Rack - Talman Ave &amp; Pershing Rd</c:v>
                </c:pt>
                <c:pt idx="1794">
                  <c:v>Public Rack - Troy &amp; 71st</c:v>
                </c:pt>
                <c:pt idx="1795">
                  <c:v>Clark St &amp; 9th St (AMLI)</c:v>
                </c:pt>
                <c:pt idx="1796">
                  <c:v>California Ave &amp; Cortez St</c:v>
                </c:pt>
                <c:pt idx="1797">
                  <c:v>Griffin Museum of Science and Industry</c:v>
                </c:pt>
                <c:pt idx="1798">
                  <c:v>Public Rack - Ashland Ave &amp; 46th St</c:v>
                </c:pt>
                <c:pt idx="1799">
                  <c:v>Public Rack - Kedzie Ave &amp; 64th St - SW</c:v>
                </c:pt>
                <c:pt idx="1800">
                  <c:v>Ada St &amp; 113th Place</c:v>
                </c:pt>
                <c:pt idx="1801">
                  <c:v>Public Rack - Newland Ave &amp; Diversey Ave</c:v>
                </c:pt>
                <c:pt idx="1802">
                  <c:v>Racine Ave &amp; 65th St</c:v>
                </c:pt>
                <c:pt idx="1803">
                  <c:v>Public Rack - Hyde Park Blvd &amp; 53rd St</c:v>
                </c:pt>
                <c:pt idx="1804">
                  <c:v>Aberdeen St &amp; Carroll Ave</c:v>
                </c:pt>
                <c:pt idx="1805">
                  <c:v>DuSable Museum</c:v>
                </c:pt>
                <c:pt idx="1806">
                  <c:v>Lake Park Ave &amp; 47th St</c:v>
                </c:pt>
                <c:pt idx="1807">
                  <c:v>Public Rack - Fullerton Ave &amp; Narragansett Ave</c:v>
                </c:pt>
                <c:pt idx="1808">
                  <c:v>Larrabee St &amp; Armitage Ave</c:v>
                </c:pt>
                <c:pt idx="1809">
                  <c:v>Ellis Ave &amp; 53rd St</c:v>
                </c:pt>
                <c:pt idx="1810">
                  <c:v>Halsted St &amp; 35th St</c:v>
                </c:pt>
                <c:pt idx="1811">
                  <c:v>Stony Island Ave &amp; 67th St</c:v>
                </c:pt>
                <c:pt idx="1812">
                  <c:v>Austin Blvd &amp; Lake St</c:v>
                </c:pt>
                <c:pt idx="1813">
                  <c:v>Harlem Ave &amp; Grace St</c:v>
                </c:pt>
                <c:pt idx="1814">
                  <c:v>Sedgwick St &amp; North Ave</c:v>
                </c:pt>
                <c:pt idx="1815">
                  <c:v>Clyde Ave &amp; 87th St</c:v>
                </c:pt>
                <c:pt idx="1816">
                  <c:v>Public Rack - Sacramento Blvd &amp; Washington Blvd</c:v>
                </c:pt>
                <c:pt idx="1817">
                  <c:v>Blackstone Ave &amp; 59th St</c:v>
                </c:pt>
                <c:pt idx="1818">
                  <c:v>Public Rack - Pullman - Planet Fitness</c:v>
                </c:pt>
                <c:pt idx="1819">
                  <c:v>Kedzie Ave &amp; 104th St</c:v>
                </c:pt>
                <c:pt idx="1820">
                  <c:v>Lavergne Ave &amp; Lawrence Ave</c:v>
                </c:pt>
                <c:pt idx="1821">
                  <c:v>Public Rack - Holbrook St &amp; Milwaukee Ave</c:v>
                </c:pt>
                <c:pt idx="1822">
                  <c:v>Franklin St &amp; Adams St </c:v>
                </c:pt>
                <c:pt idx="1823">
                  <c:v>Public Rack - Bell Ave &amp; 95th St</c:v>
                </c:pt>
                <c:pt idx="1824">
                  <c:v>Public Rack - Ewing Ave &amp; 99th St</c:v>
                </c:pt>
                <c:pt idx="1825">
                  <c:v>Hegewisch Metra Station</c:v>
                </c:pt>
                <c:pt idx="1826">
                  <c:v>Pulaski Rd &amp; 60th St</c:v>
                </c:pt>
                <c:pt idx="1827">
                  <c:v>Ashland Ave &amp; Chicago Ave</c:v>
                </c:pt>
                <c:pt idx="1828">
                  <c:v>Long &amp; Irving Park</c:v>
                </c:pt>
                <c:pt idx="1829">
                  <c:v>Olive Harvey College</c:v>
                </c:pt>
                <c:pt idx="1830">
                  <c:v>Commercial Ave &amp; 90th St</c:v>
                </c:pt>
                <c:pt idx="1831">
                  <c:v>Mason Ave &amp; Belmont Ave</c:v>
                </c:pt>
                <c:pt idx="1832">
                  <c:v>Public Rack - Northwest Hwy &amp; Bryn Mawr</c:v>
                </c:pt>
                <c:pt idx="1833">
                  <c:v>Portage Park</c:v>
                </c:pt>
                <c:pt idx="1834">
                  <c:v>Public Rack - Archer Park</c:v>
                </c:pt>
                <c:pt idx="1835">
                  <c:v>Public Rack - Morgan St &amp; 95th St</c:v>
                </c:pt>
                <c:pt idx="1836">
                  <c:v>Kildare Ave &amp; Archer Ave</c:v>
                </c:pt>
                <c:pt idx="1837">
                  <c:v>Halsted St &amp; North Branch St</c:v>
                </c:pt>
                <c:pt idx="1838">
                  <c:v>Wood St &amp; Milwaukee Ave</c:v>
                </c:pt>
                <c:pt idx="1839">
                  <c:v>Clark St &amp; Grace St</c:v>
                </c:pt>
                <c:pt idx="1840">
                  <c:v>Wacker Dr &amp; Washington St</c:v>
                </c:pt>
                <c:pt idx="1841">
                  <c:v>Halsted St &amp; Archer Ave</c:v>
                </c:pt>
                <c:pt idx="1842">
                  <c:v>Public Rack - Kimbark Ave &amp; 67th St</c:v>
                </c:pt>
                <c:pt idx="1843">
                  <c:v>Public Rack - Al Raby School</c:v>
                </c:pt>
                <c:pt idx="1844">
                  <c:v>Western Ave &amp; Lake St</c:v>
                </c:pt>
                <c:pt idx="1845">
                  <c:v>Public Rack - Christiana Ave &amp; 55th St</c:v>
                </c:pt>
                <c:pt idx="1846">
                  <c:v>Kingsbury St &amp; Kinzie St 2</c:v>
                </c:pt>
                <c:pt idx="1847">
                  <c:v>Homan Ave &amp; Arthington Ave</c:v>
                </c:pt>
                <c:pt idx="1848">
                  <c:v>Mango Ave &amp; Grand Ave</c:v>
                </c:pt>
                <c:pt idx="1849">
                  <c:v>Stave St &amp; Armitage Ave</c:v>
                </c:pt>
                <c:pt idx="1850">
                  <c:v>Public Rack - Halsted St &amp; 64th St</c:v>
                </c:pt>
                <c:pt idx="1851">
                  <c:v>Public Rack - Sawyer Ave &amp; Chicago Ave</c:v>
                </c:pt>
                <c:pt idx="1852">
                  <c:v>Public Rack - Lowe Ave &amp; 94th St</c:v>
                </c:pt>
                <c:pt idx="1853">
                  <c:v>Indiana Ave &amp; 40th St</c:v>
                </c:pt>
                <c:pt idx="1854">
                  <c:v>Kedzie Ave &amp; 73rd St</c:v>
                </c:pt>
                <c:pt idx="1855">
                  <c:v>Halsted St &amp; 47th Pl</c:v>
                </c:pt>
                <c:pt idx="1856">
                  <c:v>Public Rack - 56th St &amp; Mulligan Ave</c:v>
                </c:pt>
                <c:pt idx="1857">
                  <c:v>Stony Island Ave &amp; 64th St</c:v>
                </c:pt>
                <c:pt idx="1858">
                  <c:v>Morgan St &amp; Lake St*</c:v>
                </c:pt>
                <c:pt idx="1859">
                  <c:v>Elston Ave &amp; Carmen Ave</c:v>
                </c:pt>
                <c:pt idx="1860">
                  <c:v>Public Rack - Lawndale Ave &amp; Polk St</c:v>
                </c:pt>
                <c:pt idx="1861">
                  <c:v>Public Rack - Mackinaw Ave &amp; 108th St</c:v>
                </c:pt>
                <c:pt idx="1862">
                  <c:v>Public Rack - Orville T Bright School</c:v>
                </c:pt>
                <c:pt idx="1863">
                  <c:v>Rockwell/Irving Park Hub</c:v>
                </c:pt>
                <c:pt idx="1864">
                  <c:v>Public Rack - N Sayre Ave &amp; W Belden Ave</c:v>
                </c:pt>
                <c:pt idx="1865">
                  <c:v>St. Louis Ave &amp; Fullerton Ave</c:v>
                </c:pt>
                <c:pt idx="1866">
                  <c:v>Lawndale Ave &amp; 16th St</c:v>
                </c:pt>
                <c:pt idx="1867">
                  <c:v>Public Rack - Emil G Hirch Metropolitan High School</c:v>
                </c:pt>
                <c:pt idx="1868">
                  <c:v>Mozart St &amp; 55th St</c:v>
                </c:pt>
                <c:pt idx="1869">
                  <c:v>Public Rack - Chase Ave &amp; Touhy Ave - NW</c:v>
                </c:pt>
                <c:pt idx="1870">
                  <c:v>Damen Ave &amp; 81st St</c:v>
                </c:pt>
                <c:pt idx="1871">
                  <c:v>Komensky Ave &amp; 47th St</c:v>
                </c:pt>
                <c:pt idx="1872">
                  <c:v>Francisco Ave &amp; 47th St</c:v>
                </c:pt>
                <c:pt idx="1873">
                  <c:v>Roscoe &amp; Harlem</c:v>
                </c:pt>
                <c:pt idx="1874">
                  <c:v>Wells St &amp; Randolph St</c:v>
                </c:pt>
                <c:pt idx="1875">
                  <c:v>Racine Ave &amp; 115th St</c:v>
                </c:pt>
                <c:pt idx="1876">
                  <c:v>Damen Ave &amp; Sunnyside Ave</c:v>
                </c:pt>
                <c:pt idx="1877">
                  <c:v>Public Rack - Cottage Grove Ave &amp; 89th Pl</c:v>
                </c:pt>
                <c:pt idx="1878">
                  <c:v>Public Rack - Imlay &amp; Milwaukee</c:v>
                </c:pt>
                <c:pt idx="1879">
                  <c:v>Grace St &amp; Cicero Ave</c:v>
                </c:pt>
                <c:pt idx="1880">
                  <c:v>Public Rack - Western Ave &amp; 62nd St</c:v>
                </c:pt>
                <c:pt idx="1881">
                  <c:v>Public Rack - Kedzie &amp; 103rd St - W</c:v>
                </c:pt>
                <c:pt idx="1882">
                  <c:v>Public Rack - Milwaukee Ave &amp; Leland Ave</c:v>
                </c:pt>
                <c:pt idx="1883">
                  <c:v>Milwaukee Ave &amp; Rockwell St</c:v>
                </c:pt>
                <c:pt idx="1884">
                  <c:v>Oakley Ave &amp; Touhy Ave</c:v>
                </c:pt>
                <c:pt idx="1885">
                  <c:v>Mulligan Ave &amp; Archer Ave</c:v>
                </c:pt>
                <c:pt idx="1886">
                  <c:v>Winchester Ave &amp; Elston Ave</c:v>
                </c:pt>
                <c:pt idx="1887">
                  <c:v>Public Rack - Ewing Ave &amp; 96th St S</c:v>
                </c:pt>
              </c:strCache>
            </c:strRef>
          </c:cat>
          <c:val>
            <c:numRef>
              <c:f>TCD_total_entrées!$B$2:$B$1890</c:f>
              <c:numCache>
                <c:formatCode>General</c:formatCode>
                <c:ptCount val="1888"/>
                <c:pt idx="0">
                  <c:v>-550</c:v>
                </c:pt>
                <c:pt idx="1">
                  <c:v>-475</c:v>
                </c:pt>
                <c:pt idx="2">
                  <c:v>-270</c:v>
                </c:pt>
                <c:pt idx="3">
                  <c:v>-180</c:v>
                </c:pt>
                <c:pt idx="4">
                  <c:v>-149</c:v>
                </c:pt>
                <c:pt idx="5">
                  <c:v>-146</c:v>
                </c:pt>
                <c:pt idx="6">
                  <c:v>-139</c:v>
                </c:pt>
                <c:pt idx="7">
                  <c:v>-139</c:v>
                </c:pt>
                <c:pt idx="8">
                  <c:v>-126</c:v>
                </c:pt>
                <c:pt idx="9">
                  <c:v>-125</c:v>
                </c:pt>
                <c:pt idx="10">
                  <c:v>-112</c:v>
                </c:pt>
                <c:pt idx="11">
                  <c:v>-112</c:v>
                </c:pt>
                <c:pt idx="12">
                  <c:v>-107</c:v>
                </c:pt>
                <c:pt idx="13">
                  <c:v>-105</c:v>
                </c:pt>
                <c:pt idx="14">
                  <c:v>-104</c:v>
                </c:pt>
                <c:pt idx="15">
                  <c:v>-103</c:v>
                </c:pt>
                <c:pt idx="16">
                  <c:v>-99</c:v>
                </c:pt>
                <c:pt idx="17">
                  <c:v>-98</c:v>
                </c:pt>
                <c:pt idx="18">
                  <c:v>-95</c:v>
                </c:pt>
                <c:pt idx="19">
                  <c:v>-91</c:v>
                </c:pt>
                <c:pt idx="20">
                  <c:v>-90</c:v>
                </c:pt>
                <c:pt idx="21">
                  <c:v>-90</c:v>
                </c:pt>
                <c:pt idx="22">
                  <c:v>-89</c:v>
                </c:pt>
                <c:pt idx="23">
                  <c:v>-87</c:v>
                </c:pt>
                <c:pt idx="24">
                  <c:v>-85</c:v>
                </c:pt>
                <c:pt idx="25">
                  <c:v>-84</c:v>
                </c:pt>
                <c:pt idx="26">
                  <c:v>-84</c:v>
                </c:pt>
                <c:pt idx="27">
                  <c:v>-82</c:v>
                </c:pt>
                <c:pt idx="28">
                  <c:v>-82</c:v>
                </c:pt>
                <c:pt idx="29">
                  <c:v>-81</c:v>
                </c:pt>
                <c:pt idx="30">
                  <c:v>-81</c:v>
                </c:pt>
                <c:pt idx="31">
                  <c:v>-77</c:v>
                </c:pt>
                <c:pt idx="32">
                  <c:v>-76</c:v>
                </c:pt>
                <c:pt idx="33">
                  <c:v>-76</c:v>
                </c:pt>
                <c:pt idx="34">
                  <c:v>-76</c:v>
                </c:pt>
                <c:pt idx="35">
                  <c:v>-76</c:v>
                </c:pt>
                <c:pt idx="36">
                  <c:v>-74</c:v>
                </c:pt>
                <c:pt idx="37">
                  <c:v>-72</c:v>
                </c:pt>
                <c:pt idx="38">
                  <c:v>-71</c:v>
                </c:pt>
                <c:pt idx="39">
                  <c:v>-71</c:v>
                </c:pt>
                <c:pt idx="40">
                  <c:v>-70</c:v>
                </c:pt>
                <c:pt idx="41">
                  <c:v>-69</c:v>
                </c:pt>
                <c:pt idx="42">
                  <c:v>-68</c:v>
                </c:pt>
                <c:pt idx="43">
                  <c:v>-68</c:v>
                </c:pt>
                <c:pt idx="44">
                  <c:v>-66</c:v>
                </c:pt>
                <c:pt idx="45">
                  <c:v>-65</c:v>
                </c:pt>
                <c:pt idx="46">
                  <c:v>-64</c:v>
                </c:pt>
                <c:pt idx="47">
                  <c:v>-64</c:v>
                </c:pt>
                <c:pt idx="48">
                  <c:v>-63</c:v>
                </c:pt>
                <c:pt idx="49">
                  <c:v>-63</c:v>
                </c:pt>
                <c:pt idx="50">
                  <c:v>-62</c:v>
                </c:pt>
                <c:pt idx="51">
                  <c:v>-62</c:v>
                </c:pt>
                <c:pt idx="52">
                  <c:v>-62</c:v>
                </c:pt>
                <c:pt idx="53">
                  <c:v>-61</c:v>
                </c:pt>
                <c:pt idx="54">
                  <c:v>-60</c:v>
                </c:pt>
                <c:pt idx="55">
                  <c:v>-60</c:v>
                </c:pt>
                <c:pt idx="56">
                  <c:v>-60</c:v>
                </c:pt>
                <c:pt idx="57">
                  <c:v>-59</c:v>
                </c:pt>
                <c:pt idx="58">
                  <c:v>-57</c:v>
                </c:pt>
                <c:pt idx="59">
                  <c:v>-57</c:v>
                </c:pt>
                <c:pt idx="60">
                  <c:v>-56</c:v>
                </c:pt>
                <c:pt idx="61">
                  <c:v>-55</c:v>
                </c:pt>
                <c:pt idx="62">
                  <c:v>-55</c:v>
                </c:pt>
                <c:pt idx="63">
                  <c:v>-53</c:v>
                </c:pt>
                <c:pt idx="64">
                  <c:v>-53</c:v>
                </c:pt>
                <c:pt idx="65">
                  <c:v>-52</c:v>
                </c:pt>
                <c:pt idx="66">
                  <c:v>-52</c:v>
                </c:pt>
                <c:pt idx="67">
                  <c:v>-51</c:v>
                </c:pt>
                <c:pt idx="68">
                  <c:v>-48</c:v>
                </c:pt>
                <c:pt idx="69">
                  <c:v>-48</c:v>
                </c:pt>
                <c:pt idx="70">
                  <c:v>-48</c:v>
                </c:pt>
                <c:pt idx="71">
                  <c:v>-48</c:v>
                </c:pt>
                <c:pt idx="72">
                  <c:v>-47</c:v>
                </c:pt>
                <c:pt idx="73">
                  <c:v>-47</c:v>
                </c:pt>
                <c:pt idx="74">
                  <c:v>-47</c:v>
                </c:pt>
                <c:pt idx="75">
                  <c:v>-45</c:v>
                </c:pt>
                <c:pt idx="76">
                  <c:v>-45</c:v>
                </c:pt>
                <c:pt idx="77">
                  <c:v>-44</c:v>
                </c:pt>
                <c:pt idx="78">
                  <c:v>-43</c:v>
                </c:pt>
                <c:pt idx="79">
                  <c:v>-43</c:v>
                </c:pt>
                <c:pt idx="80">
                  <c:v>-43</c:v>
                </c:pt>
                <c:pt idx="81">
                  <c:v>-43</c:v>
                </c:pt>
                <c:pt idx="82">
                  <c:v>-42</c:v>
                </c:pt>
                <c:pt idx="83">
                  <c:v>-42</c:v>
                </c:pt>
                <c:pt idx="84">
                  <c:v>-42</c:v>
                </c:pt>
                <c:pt idx="85">
                  <c:v>-41</c:v>
                </c:pt>
                <c:pt idx="86">
                  <c:v>-41</c:v>
                </c:pt>
                <c:pt idx="87">
                  <c:v>-41</c:v>
                </c:pt>
                <c:pt idx="88">
                  <c:v>-40</c:v>
                </c:pt>
                <c:pt idx="89">
                  <c:v>-39</c:v>
                </c:pt>
                <c:pt idx="90">
                  <c:v>-39</c:v>
                </c:pt>
                <c:pt idx="91">
                  <c:v>-37</c:v>
                </c:pt>
                <c:pt idx="92">
                  <c:v>-36</c:v>
                </c:pt>
                <c:pt idx="93">
                  <c:v>-36</c:v>
                </c:pt>
                <c:pt idx="94">
                  <c:v>-36</c:v>
                </c:pt>
                <c:pt idx="95">
                  <c:v>-36</c:v>
                </c:pt>
                <c:pt idx="96">
                  <c:v>-36</c:v>
                </c:pt>
                <c:pt idx="97">
                  <c:v>-36</c:v>
                </c:pt>
                <c:pt idx="98">
                  <c:v>-35</c:v>
                </c:pt>
                <c:pt idx="99">
                  <c:v>-35</c:v>
                </c:pt>
                <c:pt idx="100">
                  <c:v>-35</c:v>
                </c:pt>
                <c:pt idx="101">
                  <c:v>-34</c:v>
                </c:pt>
                <c:pt idx="102">
                  <c:v>-34</c:v>
                </c:pt>
                <c:pt idx="103">
                  <c:v>-33</c:v>
                </c:pt>
                <c:pt idx="104">
                  <c:v>-33</c:v>
                </c:pt>
                <c:pt idx="105">
                  <c:v>-33</c:v>
                </c:pt>
                <c:pt idx="106">
                  <c:v>-33</c:v>
                </c:pt>
                <c:pt idx="107">
                  <c:v>-32</c:v>
                </c:pt>
                <c:pt idx="108">
                  <c:v>-32</c:v>
                </c:pt>
                <c:pt idx="109">
                  <c:v>-32</c:v>
                </c:pt>
                <c:pt idx="110">
                  <c:v>-32</c:v>
                </c:pt>
                <c:pt idx="111">
                  <c:v>-32</c:v>
                </c:pt>
                <c:pt idx="112">
                  <c:v>-31</c:v>
                </c:pt>
                <c:pt idx="113">
                  <c:v>-31</c:v>
                </c:pt>
                <c:pt idx="114">
                  <c:v>-31</c:v>
                </c:pt>
                <c:pt idx="115">
                  <c:v>-30</c:v>
                </c:pt>
                <c:pt idx="116">
                  <c:v>-30</c:v>
                </c:pt>
                <c:pt idx="117">
                  <c:v>-30</c:v>
                </c:pt>
                <c:pt idx="118">
                  <c:v>-30</c:v>
                </c:pt>
                <c:pt idx="119">
                  <c:v>-30</c:v>
                </c:pt>
                <c:pt idx="120">
                  <c:v>-30</c:v>
                </c:pt>
                <c:pt idx="121">
                  <c:v>-29</c:v>
                </c:pt>
                <c:pt idx="122">
                  <c:v>-29</c:v>
                </c:pt>
                <c:pt idx="123">
                  <c:v>-29</c:v>
                </c:pt>
                <c:pt idx="124">
                  <c:v>-29</c:v>
                </c:pt>
                <c:pt idx="125">
                  <c:v>-28</c:v>
                </c:pt>
                <c:pt idx="126">
                  <c:v>-28</c:v>
                </c:pt>
                <c:pt idx="127">
                  <c:v>-28</c:v>
                </c:pt>
                <c:pt idx="128">
                  <c:v>-28</c:v>
                </c:pt>
                <c:pt idx="129">
                  <c:v>-28</c:v>
                </c:pt>
                <c:pt idx="130">
                  <c:v>-28</c:v>
                </c:pt>
                <c:pt idx="131">
                  <c:v>-28</c:v>
                </c:pt>
                <c:pt idx="132">
                  <c:v>-28</c:v>
                </c:pt>
                <c:pt idx="133">
                  <c:v>-27</c:v>
                </c:pt>
                <c:pt idx="134">
                  <c:v>-27</c:v>
                </c:pt>
                <c:pt idx="135">
                  <c:v>-27</c:v>
                </c:pt>
                <c:pt idx="136">
                  <c:v>-27</c:v>
                </c:pt>
                <c:pt idx="137">
                  <c:v>-27</c:v>
                </c:pt>
                <c:pt idx="138">
                  <c:v>-26</c:v>
                </c:pt>
                <c:pt idx="139">
                  <c:v>-26</c:v>
                </c:pt>
                <c:pt idx="140">
                  <c:v>-26</c:v>
                </c:pt>
                <c:pt idx="141">
                  <c:v>-26</c:v>
                </c:pt>
                <c:pt idx="142">
                  <c:v>-25</c:v>
                </c:pt>
                <c:pt idx="143">
                  <c:v>-25</c:v>
                </c:pt>
                <c:pt idx="144">
                  <c:v>-24</c:v>
                </c:pt>
                <c:pt idx="145">
                  <c:v>-24</c:v>
                </c:pt>
                <c:pt idx="146">
                  <c:v>-24</c:v>
                </c:pt>
                <c:pt idx="147">
                  <c:v>-24</c:v>
                </c:pt>
                <c:pt idx="148">
                  <c:v>-24</c:v>
                </c:pt>
                <c:pt idx="149">
                  <c:v>-23</c:v>
                </c:pt>
                <c:pt idx="150">
                  <c:v>-23</c:v>
                </c:pt>
                <c:pt idx="151">
                  <c:v>-23</c:v>
                </c:pt>
                <c:pt idx="152">
                  <c:v>-23</c:v>
                </c:pt>
                <c:pt idx="153">
                  <c:v>-23</c:v>
                </c:pt>
                <c:pt idx="154">
                  <c:v>-23</c:v>
                </c:pt>
                <c:pt idx="155">
                  <c:v>-23</c:v>
                </c:pt>
                <c:pt idx="156">
                  <c:v>-23</c:v>
                </c:pt>
                <c:pt idx="157">
                  <c:v>-22</c:v>
                </c:pt>
                <c:pt idx="158">
                  <c:v>-22</c:v>
                </c:pt>
                <c:pt idx="159">
                  <c:v>-22</c:v>
                </c:pt>
                <c:pt idx="160">
                  <c:v>-22</c:v>
                </c:pt>
                <c:pt idx="161">
                  <c:v>-22</c:v>
                </c:pt>
                <c:pt idx="162">
                  <c:v>-22</c:v>
                </c:pt>
                <c:pt idx="163">
                  <c:v>-22</c:v>
                </c:pt>
                <c:pt idx="164">
                  <c:v>-22</c:v>
                </c:pt>
                <c:pt idx="165">
                  <c:v>-22</c:v>
                </c:pt>
                <c:pt idx="166">
                  <c:v>-21</c:v>
                </c:pt>
                <c:pt idx="167">
                  <c:v>-21</c:v>
                </c:pt>
                <c:pt idx="168">
                  <c:v>-21</c:v>
                </c:pt>
                <c:pt idx="169">
                  <c:v>-21</c:v>
                </c:pt>
                <c:pt idx="170">
                  <c:v>-21</c:v>
                </c:pt>
                <c:pt idx="171">
                  <c:v>-21</c:v>
                </c:pt>
                <c:pt idx="172">
                  <c:v>-21</c:v>
                </c:pt>
                <c:pt idx="173">
                  <c:v>-21</c:v>
                </c:pt>
                <c:pt idx="174">
                  <c:v>-21</c:v>
                </c:pt>
                <c:pt idx="175">
                  <c:v>-21</c:v>
                </c:pt>
                <c:pt idx="176">
                  <c:v>-21</c:v>
                </c:pt>
                <c:pt idx="177">
                  <c:v>-21</c:v>
                </c:pt>
                <c:pt idx="178">
                  <c:v>-20</c:v>
                </c:pt>
                <c:pt idx="179">
                  <c:v>-20</c:v>
                </c:pt>
                <c:pt idx="180">
                  <c:v>-20</c:v>
                </c:pt>
                <c:pt idx="181">
                  <c:v>-20</c:v>
                </c:pt>
                <c:pt idx="182">
                  <c:v>-20</c:v>
                </c:pt>
                <c:pt idx="183">
                  <c:v>-20</c:v>
                </c:pt>
                <c:pt idx="184">
                  <c:v>-20</c:v>
                </c:pt>
                <c:pt idx="185">
                  <c:v>-20</c:v>
                </c:pt>
                <c:pt idx="186">
                  <c:v>-20</c:v>
                </c:pt>
                <c:pt idx="187">
                  <c:v>-19</c:v>
                </c:pt>
                <c:pt idx="188">
                  <c:v>-19</c:v>
                </c:pt>
                <c:pt idx="189">
                  <c:v>-19</c:v>
                </c:pt>
                <c:pt idx="190">
                  <c:v>-19</c:v>
                </c:pt>
                <c:pt idx="191">
                  <c:v>-19</c:v>
                </c:pt>
                <c:pt idx="192">
                  <c:v>-19</c:v>
                </c:pt>
                <c:pt idx="193">
                  <c:v>-19</c:v>
                </c:pt>
                <c:pt idx="194">
                  <c:v>-18</c:v>
                </c:pt>
                <c:pt idx="195">
                  <c:v>-18</c:v>
                </c:pt>
                <c:pt idx="196">
                  <c:v>-18</c:v>
                </c:pt>
                <c:pt idx="197">
                  <c:v>-18</c:v>
                </c:pt>
                <c:pt idx="198">
                  <c:v>-18</c:v>
                </c:pt>
                <c:pt idx="199">
                  <c:v>-18</c:v>
                </c:pt>
                <c:pt idx="200">
                  <c:v>-18</c:v>
                </c:pt>
                <c:pt idx="201">
                  <c:v>-18</c:v>
                </c:pt>
                <c:pt idx="202">
                  <c:v>-17</c:v>
                </c:pt>
                <c:pt idx="203">
                  <c:v>-17</c:v>
                </c:pt>
                <c:pt idx="204">
                  <c:v>-17</c:v>
                </c:pt>
                <c:pt idx="205">
                  <c:v>-17</c:v>
                </c:pt>
                <c:pt idx="206">
                  <c:v>-17</c:v>
                </c:pt>
                <c:pt idx="207">
                  <c:v>-17</c:v>
                </c:pt>
                <c:pt idx="208">
                  <c:v>-17</c:v>
                </c:pt>
                <c:pt idx="209">
                  <c:v>-17</c:v>
                </c:pt>
                <c:pt idx="210">
                  <c:v>-17</c:v>
                </c:pt>
                <c:pt idx="211">
                  <c:v>-17</c:v>
                </c:pt>
                <c:pt idx="212">
                  <c:v>-17</c:v>
                </c:pt>
                <c:pt idx="213">
                  <c:v>-16</c:v>
                </c:pt>
                <c:pt idx="214">
                  <c:v>-16</c:v>
                </c:pt>
                <c:pt idx="215">
                  <c:v>-16</c:v>
                </c:pt>
                <c:pt idx="216">
                  <c:v>-16</c:v>
                </c:pt>
                <c:pt idx="217">
                  <c:v>-16</c:v>
                </c:pt>
                <c:pt idx="218">
                  <c:v>-16</c:v>
                </c:pt>
                <c:pt idx="219">
                  <c:v>-16</c:v>
                </c:pt>
                <c:pt idx="220">
                  <c:v>-15</c:v>
                </c:pt>
                <c:pt idx="221">
                  <c:v>-15</c:v>
                </c:pt>
                <c:pt idx="222">
                  <c:v>-15</c:v>
                </c:pt>
                <c:pt idx="223">
                  <c:v>-15</c:v>
                </c:pt>
                <c:pt idx="224">
                  <c:v>-15</c:v>
                </c:pt>
                <c:pt idx="225">
                  <c:v>-15</c:v>
                </c:pt>
                <c:pt idx="226">
                  <c:v>-15</c:v>
                </c:pt>
                <c:pt idx="227">
                  <c:v>-15</c:v>
                </c:pt>
                <c:pt idx="228">
                  <c:v>-15</c:v>
                </c:pt>
                <c:pt idx="229">
                  <c:v>-15</c:v>
                </c:pt>
                <c:pt idx="230">
                  <c:v>-14</c:v>
                </c:pt>
                <c:pt idx="231">
                  <c:v>-14</c:v>
                </c:pt>
                <c:pt idx="232">
                  <c:v>-14</c:v>
                </c:pt>
                <c:pt idx="233">
                  <c:v>-14</c:v>
                </c:pt>
                <c:pt idx="234">
                  <c:v>-14</c:v>
                </c:pt>
                <c:pt idx="235">
                  <c:v>-14</c:v>
                </c:pt>
                <c:pt idx="236">
                  <c:v>-14</c:v>
                </c:pt>
                <c:pt idx="237">
                  <c:v>-14</c:v>
                </c:pt>
                <c:pt idx="238">
                  <c:v>-14</c:v>
                </c:pt>
                <c:pt idx="239">
                  <c:v>-14</c:v>
                </c:pt>
                <c:pt idx="240">
                  <c:v>-14</c:v>
                </c:pt>
                <c:pt idx="241">
                  <c:v>-14</c:v>
                </c:pt>
                <c:pt idx="242">
                  <c:v>-14</c:v>
                </c:pt>
                <c:pt idx="243">
                  <c:v>-14</c:v>
                </c:pt>
                <c:pt idx="244">
                  <c:v>-13</c:v>
                </c:pt>
                <c:pt idx="245">
                  <c:v>-13</c:v>
                </c:pt>
                <c:pt idx="246">
                  <c:v>-13</c:v>
                </c:pt>
                <c:pt idx="247">
                  <c:v>-13</c:v>
                </c:pt>
                <c:pt idx="248">
                  <c:v>-13</c:v>
                </c:pt>
                <c:pt idx="249">
                  <c:v>-13</c:v>
                </c:pt>
                <c:pt idx="250">
                  <c:v>-12</c:v>
                </c:pt>
                <c:pt idx="251">
                  <c:v>-12</c:v>
                </c:pt>
                <c:pt idx="252">
                  <c:v>-12</c:v>
                </c:pt>
                <c:pt idx="253">
                  <c:v>-12</c:v>
                </c:pt>
                <c:pt idx="254">
                  <c:v>-12</c:v>
                </c:pt>
                <c:pt idx="255">
                  <c:v>-12</c:v>
                </c:pt>
                <c:pt idx="256">
                  <c:v>-12</c:v>
                </c:pt>
                <c:pt idx="257">
                  <c:v>-12</c:v>
                </c:pt>
                <c:pt idx="258">
                  <c:v>-12</c:v>
                </c:pt>
                <c:pt idx="259">
                  <c:v>-12</c:v>
                </c:pt>
                <c:pt idx="260">
                  <c:v>-11</c:v>
                </c:pt>
                <c:pt idx="261">
                  <c:v>-11</c:v>
                </c:pt>
                <c:pt idx="262">
                  <c:v>-11</c:v>
                </c:pt>
                <c:pt idx="263">
                  <c:v>-11</c:v>
                </c:pt>
                <c:pt idx="264">
                  <c:v>-11</c:v>
                </c:pt>
                <c:pt idx="265">
                  <c:v>-11</c:v>
                </c:pt>
                <c:pt idx="266">
                  <c:v>-11</c:v>
                </c:pt>
                <c:pt idx="267">
                  <c:v>-11</c:v>
                </c:pt>
                <c:pt idx="268">
                  <c:v>-11</c:v>
                </c:pt>
                <c:pt idx="269">
                  <c:v>-11</c:v>
                </c:pt>
                <c:pt idx="270">
                  <c:v>-11</c:v>
                </c:pt>
                <c:pt idx="271">
                  <c:v>-11</c:v>
                </c:pt>
                <c:pt idx="272">
                  <c:v>-11</c:v>
                </c:pt>
                <c:pt idx="273">
                  <c:v>-11</c:v>
                </c:pt>
                <c:pt idx="274">
                  <c:v>-11</c:v>
                </c:pt>
                <c:pt idx="275">
                  <c:v>-10</c:v>
                </c:pt>
                <c:pt idx="276">
                  <c:v>-10</c:v>
                </c:pt>
                <c:pt idx="277">
                  <c:v>-10</c:v>
                </c:pt>
                <c:pt idx="278">
                  <c:v>-10</c:v>
                </c:pt>
                <c:pt idx="279">
                  <c:v>-10</c:v>
                </c:pt>
                <c:pt idx="280">
                  <c:v>-10</c:v>
                </c:pt>
                <c:pt idx="281">
                  <c:v>-10</c:v>
                </c:pt>
                <c:pt idx="282">
                  <c:v>-10</c:v>
                </c:pt>
                <c:pt idx="283">
                  <c:v>-10</c:v>
                </c:pt>
                <c:pt idx="284">
                  <c:v>-10</c:v>
                </c:pt>
                <c:pt idx="285">
                  <c:v>-10</c:v>
                </c:pt>
                <c:pt idx="286">
                  <c:v>-10</c:v>
                </c:pt>
                <c:pt idx="287">
                  <c:v>-10</c:v>
                </c:pt>
                <c:pt idx="288">
                  <c:v>-9</c:v>
                </c:pt>
                <c:pt idx="289">
                  <c:v>-9</c:v>
                </c:pt>
                <c:pt idx="290">
                  <c:v>-9</c:v>
                </c:pt>
                <c:pt idx="291">
                  <c:v>-9</c:v>
                </c:pt>
                <c:pt idx="292">
                  <c:v>-9</c:v>
                </c:pt>
                <c:pt idx="293">
                  <c:v>-9</c:v>
                </c:pt>
                <c:pt idx="294">
                  <c:v>-9</c:v>
                </c:pt>
                <c:pt idx="295">
                  <c:v>-9</c:v>
                </c:pt>
                <c:pt idx="296">
                  <c:v>-9</c:v>
                </c:pt>
                <c:pt idx="297">
                  <c:v>-9</c:v>
                </c:pt>
                <c:pt idx="298">
                  <c:v>-9</c:v>
                </c:pt>
                <c:pt idx="299">
                  <c:v>-8</c:v>
                </c:pt>
                <c:pt idx="300">
                  <c:v>-8</c:v>
                </c:pt>
                <c:pt idx="301">
                  <c:v>-8</c:v>
                </c:pt>
                <c:pt idx="302">
                  <c:v>-8</c:v>
                </c:pt>
                <c:pt idx="303">
                  <c:v>-8</c:v>
                </c:pt>
                <c:pt idx="304">
                  <c:v>-8</c:v>
                </c:pt>
                <c:pt idx="305">
                  <c:v>-8</c:v>
                </c:pt>
                <c:pt idx="306">
                  <c:v>-8</c:v>
                </c:pt>
                <c:pt idx="307">
                  <c:v>-8</c:v>
                </c:pt>
                <c:pt idx="308">
                  <c:v>-8</c:v>
                </c:pt>
                <c:pt idx="309">
                  <c:v>-8</c:v>
                </c:pt>
                <c:pt idx="310">
                  <c:v>-8</c:v>
                </c:pt>
                <c:pt idx="311">
                  <c:v>-8</c:v>
                </c:pt>
                <c:pt idx="312">
                  <c:v>-8</c:v>
                </c:pt>
                <c:pt idx="313">
                  <c:v>-8</c:v>
                </c:pt>
                <c:pt idx="314">
                  <c:v>-7</c:v>
                </c:pt>
                <c:pt idx="315">
                  <c:v>-7</c:v>
                </c:pt>
                <c:pt idx="316">
                  <c:v>-7</c:v>
                </c:pt>
                <c:pt idx="317">
                  <c:v>-7</c:v>
                </c:pt>
                <c:pt idx="318">
                  <c:v>-7</c:v>
                </c:pt>
                <c:pt idx="319">
                  <c:v>-7</c:v>
                </c:pt>
                <c:pt idx="320">
                  <c:v>-7</c:v>
                </c:pt>
                <c:pt idx="321">
                  <c:v>-7</c:v>
                </c:pt>
                <c:pt idx="322">
                  <c:v>-7</c:v>
                </c:pt>
                <c:pt idx="323">
                  <c:v>-7</c:v>
                </c:pt>
                <c:pt idx="324">
                  <c:v>-7</c:v>
                </c:pt>
                <c:pt idx="325">
                  <c:v>-7</c:v>
                </c:pt>
                <c:pt idx="326">
                  <c:v>-7</c:v>
                </c:pt>
                <c:pt idx="327">
                  <c:v>-7</c:v>
                </c:pt>
                <c:pt idx="328">
                  <c:v>-7</c:v>
                </c:pt>
                <c:pt idx="329">
                  <c:v>-7</c:v>
                </c:pt>
                <c:pt idx="330">
                  <c:v>-7</c:v>
                </c:pt>
                <c:pt idx="331">
                  <c:v>-6</c:v>
                </c:pt>
                <c:pt idx="332">
                  <c:v>-6</c:v>
                </c:pt>
                <c:pt idx="333">
                  <c:v>-6</c:v>
                </c:pt>
                <c:pt idx="334">
                  <c:v>-6</c:v>
                </c:pt>
                <c:pt idx="335">
                  <c:v>-6</c:v>
                </c:pt>
                <c:pt idx="336">
                  <c:v>-6</c:v>
                </c:pt>
                <c:pt idx="337">
                  <c:v>-6</c:v>
                </c:pt>
                <c:pt idx="338">
                  <c:v>-6</c:v>
                </c:pt>
                <c:pt idx="339">
                  <c:v>-6</c:v>
                </c:pt>
                <c:pt idx="340">
                  <c:v>-6</c:v>
                </c:pt>
                <c:pt idx="341">
                  <c:v>-6</c:v>
                </c:pt>
                <c:pt idx="342">
                  <c:v>-6</c:v>
                </c:pt>
                <c:pt idx="343">
                  <c:v>-6</c:v>
                </c:pt>
                <c:pt idx="344">
                  <c:v>-6</c:v>
                </c:pt>
                <c:pt idx="345">
                  <c:v>-6</c:v>
                </c:pt>
                <c:pt idx="346">
                  <c:v>-5</c:v>
                </c:pt>
                <c:pt idx="347">
                  <c:v>-5</c:v>
                </c:pt>
                <c:pt idx="348">
                  <c:v>-5</c:v>
                </c:pt>
                <c:pt idx="349">
                  <c:v>-5</c:v>
                </c:pt>
                <c:pt idx="350">
                  <c:v>-5</c:v>
                </c:pt>
                <c:pt idx="351">
                  <c:v>-5</c:v>
                </c:pt>
                <c:pt idx="352">
                  <c:v>-5</c:v>
                </c:pt>
                <c:pt idx="353">
                  <c:v>-5</c:v>
                </c:pt>
                <c:pt idx="354">
                  <c:v>-5</c:v>
                </c:pt>
                <c:pt idx="355">
                  <c:v>-5</c:v>
                </c:pt>
                <c:pt idx="356">
                  <c:v>-5</c:v>
                </c:pt>
                <c:pt idx="357">
                  <c:v>-5</c:v>
                </c:pt>
                <c:pt idx="358">
                  <c:v>-5</c:v>
                </c:pt>
                <c:pt idx="359">
                  <c:v>-5</c:v>
                </c:pt>
                <c:pt idx="360">
                  <c:v>-5</c:v>
                </c:pt>
                <c:pt idx="361">
                  <c:v>-5</c:v>
                </c:pt>
                <c:pt idx="362">
                  <c:v>-5</c:v>
                </c:pt>
                <c:pt idx="363">
                  <c:v>-5</c:v>
                </c:pt>
                <c:pt idx="364">
                  <c:v>-5</c:v>
                </c:pt>
                <c:pt idx="365">
                  <c:v>-5</c:v>
                </c:pt>
                <c:pt idx="366">
                  <c:v>-5</c:v>
                </c:pt>
                <c:pt idx="367">
                  <c:v>-5</c:v>
                </c:pt>
                <c:pt idx="368">
                  <c:v>-5</c:v>
                </c:pt>
                <c:pt idx="369">
                  <c:v>-5</c:v>
                </c:pt>
                <c:pt idx="370">
                  <c:v>-5</c:v>
                </c:pt>
                <c:pt idx="371">
                  <c:v>-5</c:v>
                </c:pt>
                <c:pt idx="372">
                  <c:v>-5</c:v>
                </c:pt>
                <c:pt idx="373">
                  <c:v>-5</c:v>
                </c:pt>
                <c:pt idx="374">
                  <c:v>-5</c:v>
                </c:pt>
                <c:pt idx="375">
                  <c:v>-5</c:v>
                </c:pt>
                <c:pt idx="376">
                  <c:v>-5</c:v>
                </c:pt>
                <c:pt idx="377">
                  <c:v>-5</c:v>
                </c:pt>
                <c:pt idx="378">
                  <c:v>-5</c:v>
                </c:pt>
                <c:pt idx="379">
                  <c:v>-5</c:v>
                </c:pt>
                <c:pt idx="380">
                  <c:v>-4</c:v>
                </c:pt>
                <c:pt idx="381">
                  <c:v>-4</c:v>
                </c:pt>
                <c:pt idx="382">
                  <c:v>-4</c:v>
                </c:pt>
                <c:pt idx="383">
                  <c:v>-4</c:v>
                </c:pt>
                <c:pt idx="384">
                  <c:v>-4</c:v>
                </c:pt>
                <c:pt idx="385">
                  <c:v>-4</c:v>
                </c:pt>
                <c:pt idx="386">
                  <c:v>-4</c:v>
                </c:pt>
                <c:pt idx="387">
                  <c:v>-4</c:v>
                </c:pt>
                <c:pt idx="388">
                  <c:v>-4</c:v>
                </c:pt>
                <c:pt idx="389">
                  <c:v>-4</c:v>
                </c:pt>
                <c:pt idx="390">
                  <c:v>-4</c:v>
                </c:pt>
                <c:pt idx="391">
                  <c:v>-4</c:v>
                </c:pt>
                <c:pt idx="392">
                  <c:v>-4</c:v>
                </c:pt>
                <c:pt idx="393">
                  <c:v>-4</c:v>
                </c:pt>
                <c:pt idx="394">
                  <c:v>-4</c:v>
                </c:pt>
                <c:pt idx="395">
                  <c:v>-4</c:v>
                </c:pt>
                <c:pt idx="396">
                  <c:v>-4</c:v>
                </c:pt>
                <c:pt idx="397">
                  <c:v>-4</c:v>
                </c:pt>
                <c:pt idx="398">
                  <c:v>-4</c:v>
                </c:pt>
                <c:pt idx="399">
                  <c:v>-4</c:v>
                </c:pt>
                <c:pt idx="400">
                  <c:v>-4</c:v>
                </c:pt>
                <c:pt idx="401">
                  <c:v>-4</c:v>
                </c:pt>
                <c:pt idx="402">
                  <c:v>-4</c:v>
                </c:pt>
                <c:pt idx="403">
                  <c:v>-4</c:v>
                </c:pt>
                <c:pt idx="404">
                  <c:v>-4</c:v>
                </c:pt>
                <c:pt idx="405">
                  <c:v>-4</c:v>
                </c:pt>
                <c:pt idx="406">
                  <c:v>-4</c:v>
                </c:pt>
                <c:pt idx="407">
                  <c:v>-4</c:v>
                </c:pt>
                <c:pt idx="408">
                  <c:v>-4</c:v>
                </c:pt>
                <c:pt idx="409">
                  <c:v>-4</c:v>
                </c:pt>
                <c:pt idx="410">
                  <c:v>-4</c:v>
                </c:pt>
                <c:pt idx="411">
                  <c:v>-4</c:v>
                </c:pt>
                <c:pt idx="412">
                  <c:v>-4</c:v>
                </c:pt>
                <c:pt idx="413">
                  <c:v>-4</c:v>
                </c:pt>
                <c:pt idx="414">
                  <c:v>-4</c:v>
                </c:pt>
                <c:pt idx="415">
                  <c:v>-4</c:v>
                </c:pt>
                <c:pt idx="416">
                  <c:v>-3</c:v>
                </c:pt>
                <c:pt idx="417">
                  <c:v>-3</c:v>
                </c:pt>
                <c:pt idx="418">
                  <c:v>-3</c:v>
                </c:pt>
                <c:pt idx="419">
                  <c:v>-3</c:v>
                </c:pt>
                <c:pt idx="420">
                  <c:v>-3</c:v>
                </c:pt>
                <c:pt idx="421">
                  <c:v>-3</c:v>
                </c:pt>
                <c:pt idx="422">
                  <c:v>-3</c:v>
                </c:pt>
                <c:pt idx="423">
                  <c:v>-3</c:v>
                </c:pt>
                <c:pt idx="424">
                  <c:v>-3</c:v>
                </c:pt>
                <c:pt idx="425">
                  <c:v>-3</c:v>
                </c:pt>
                <c:pt idx="426">
                  <c:v>-3</c:v>
                </c:pt>
                <c:pt idx="427">
                  <c:v>-3</c:v>
                </c:pt>
                <c:pt idx="428">
                  <c:v>-3</c:v>
                </c:pt>
                <c:pt idx="429">
                  <c:v>-3</c:v>
                </c:pt>
                <c:pt idx="430">
                  <c:v>-3</c:v>
                </c:pt>
                <c:pt idx="431">
                  <c:v>-3</c:v>
                </c:pt>
                <c:pt idx="432">
                  <c:v>-3</c:v>
                </c:pt>
                <c:pt idx="433">
                  <c:v>-3</c:v>
                </c:pt>
                <c:pt idx="434">
                  <c:v>-3</c:v>
                </c:pt>
                <c:pt idx="435">
                  <c:v>-3</c:v>
                </c:pt>
                <c:pt idx="436">
                  <c:v>-3</c:v>
                </c:pt>
                <c:pt idx="437">
                  <c:v>-3</c:v>
                </c:pt>
                <c:pt idx="438">
                  <c:v>-3</c:v>
                </c:pt>
                <c:pt idx="439">
                  <c:v>-3</c:v>
                </c:pt>
                <c:pt idx="440">
                  <c:v>-3</c:v>
                </c:pt>
                <c:pt idx="441">
                  <c:v>-3</c:v>
                </c:pt>
                <c:pt idx="442">
                  <c:v>-3</c:v>
                </c:pt>
                <c:pt idx="443">
                  <c:v>-3</c:v>
                </c:pt>
                <c:pt idx="444">
                  <c:v>-3</c:v>
                </c:pt>
                <c:pt idx="445">
                  <c:v>-3</c:v>
                </c:pt>
                <c:pt idx="446">
                  <c:v>-3</c:v>
                </c:pt>
                <c:pt idx="447">
                  <c:v>-3</c:v>
                </c:pt>
                <c:pt idx="448">
                  <c:v>-3</c:v>
                </c:pt>
                <c:pt idx="449">
                  <c:v>-3</c:v>
                </c:pt>
                <c:pt idx="450">
                  <c:v>-3</c:v>
                </c:pt>
                <c:pt idx="451">
                  <c:v>-3</c:v>
                </c:pt>
                <c:pt idx="452">
                  <c:v>-3</c:v>
                </c:pt>
                <c:pt idx="453">
                  <c:v>-3</c:v>
                </c:pt>
                <c:pt idx="454">
                  <c:v>-3</c:v>
                </c:pt>
                <c:pt idx="455">
                  <c:v>-3</c:v>
                </c:pt>
                <c:pt idx="456">
                  <c:v>-3</c:v>
                </c:pt>
                <c:pt idx="457">
                  <c:v>-3</c:v>
                </c:pt>
                <c:pt idx="458">
                  <c:v>-3</c:v>
                </c:pt>
                <c:pt idx="459">
                  <c:v>-3</c:v>
                </c:pt>
                <c:pt idx="460">
                  <c:v>-3</c:v>
                </c:pt>
                <c:pt idx="461">
                  <c:v>-3</c:v>
                </c:pt>
                <c:pt idx="462">
                  <c:v>-3</c:v>
                </c:pt>
                <c:pt idx="463">
                  <c:v>-3</c:v>
                </c:pt>
                <c:pt idx="464">
                  <c:v>-3</c:v>
                </c:pt>
                <c:pt idx="465">
                  <c:v>-3</c:v>
                </c:pt>
                <c:pt idx="466">
                  <c:v>-3</c:v>
                </c:pt>
                <c:pt idx="467">
                  <c:v>-3</c:v>
                </c:pt>
                <c:pt idx="468">
                  <c:v>-3</c:v>
                </c:pt>
                <c:pt idx="469">
                  <c:v>-3</c:v>
                </c:pt>
                <c:pt idx="470">
                  <c:v>-3</c:v>
                </c:pt>
                <c:pt idx="471">
                  <c:v>-3</c:v>
                </c:pt>
                <c:pt idx="472">
                  <c:v>-3</c:v>
                </c:pt>
                <c:pt idx="473">
                  <c:v>-3</c:v>
                </c:pt>
                <c:pt idx="474">
                  <c:v>-3</c:v>
                </c:pt>
                <c:pt idx="475">
                  <c:v>-3</c:v>
                </c:pt>
                <c:pt idx="476">
                  <c:v>-3</c:v>
                </c:pt>
                <c:pt idx="477">
                  <c:v>-3</c:v>
                </c:pt>
                <c:pt idx="478">
                  <c:v>-3</c:v>
                </c:pt>
                <c:pt idx="479">
                  <c:v>-3</c:v>
                </c:pt>
                <c:pt idx="480">
                  <c:v>-3</c:v>
                </c:pt>
                <c:pt idx="481">
                  <c:v>-3</c:v>
                </c:pt>
                <c:pt idx="482">
                  <c:v>-2</c:v>
                </c:pt>
                <c:pt idx="483">
                  <c:v>-2</c:v>
                </c:pt>
                <c:pt idx="484">
                  <c:v>-2</c:v>
                </c:pt>
                <c:pt idx="485">
                  <c:v>-2</c:v>
                </c:pt>
                <c:pt idx="486">
                  <c:v>-2</c:v>
                </c:pt>
                <c:pt idx="487">
                  <c:v>-2</c:v>
                </c:pt>
                <c:pt idx="488">
                  <c:v>-2</c:v>
                </c:pt>
                <c:pt idx="489">
                  <c:v>-2</c:v>
                </c:pt>
                <c:pt idx="490">
                  <c:v>-2</c:v>
                </c:pt>
                <c:pt idx="491">
                  <c:v>-2</c:v>
                </c:pt>
                <c:pt idx="492">
                  <c:v>-2</c:v>
                </c:pt>
                <c:pt idx="493">
                  <c:v>-2</c:v>
                </c:pt>
                <c:pt idx="494">
                  <c:v>-2</c:v>
                </c:pt>
                <c:pt idx="495">
                  <c:v>-2</c:v>
                </c:pt>
                <c:pt idx="496">
                  <c:v>-2</c:v>
                </c:pt>
                <c:pt idx="497">
                  <c:v>-2</c:v>
                </c:pt>
                <c:pt idx="498">
                  <c:v>-2</c:v>
                </c:pt>
                <c:pt idx="499">
                  <c:v>-2</c:v>
                </c:pt>
                <c:pt idx="500">
                  <c:v>-2</c:v>
                </c:pt>
                <c:pt idx="501">
                  <c:v>-2</c:v>
                </c:pt>
                <c:pt idx="502">
                  <c:v>-2</c:v>
                </c:pt>
                <c:pt idx="503">
                  <c:v>-2</c:v>
                </c:pt>
                <c:pt idx="504">
                  <c:v>-2</c:v>
                </c:pt>
                <c:pt idx="505">
                  <c:v>-2</c:v>
                </c:pt>
                <c:pt idx="506">
                  <c:v>-2</c:v>
                </c:pt>
                <c:pt idx="507">
                  <c:v>-2</c:v>
                </c:pt>
                <c:pt idx="508">
                  <c:v>-2</c:v>
                </c:pt>
                <c:pt idx="509">
                  <c:v>-2</c:v>
                </c:pt>
                <c:pt idx="510">
                  <c:v>-2</c:v>
                </c:pt>
                <c:pt idx="511">
                  <c:v>-2</c:v>
                </c:pt>
                <c:pt idx="512">
                  <c:v>-2</c:v>
                </c:pt>
                <c:pt idx="513">
                  <c:v>-2</c:v>
                </c:pt>
                <c:pt idx="514">
                  <c:v>-2</c:v>
                </c:pt>
                <c:pt idx="515">
                  <c:v>-2</c:v>
                </c:pt>
                <c:pt idx="516">
                  <c:v>-2</c:v>
                </c:pt>
                <c:pt idx="517">
                  <c:v>-2</c:v>
                </c:pt>
                <c:pt idx="518">
                  <c:v>-2</c:v>
                </c:pt>
                <c:pt idx="519">
                  <c:v>-2</c:v>
                </c:pt>
                <c:pt idx="520">
                  <c:v>-2</c:v>
                </c:pt>
                <c:pt idx="521">
                  <c:v>-2</c:v>
                </c:pt>
                <c:pt idx="522">
                  <c:v>-2</c:v>
                </c:pt>
                <c:pt idx="523">
                  <c:v>-2</c:v>
                </c:pt>
                <c:pt idx="524">
                  <c:v>-2</c:v>
                </c:pt>
                <c:pt idx="525">
                  <c:v>-2</c:v>
                </c:pt>
                <c:pt idx="526">
                  <c:v>-2</c:v>
                </c:pt>
                <c:pt idx="527">
                  <c:v>-2</c:v>
                </c:pt>
                <c:pt idx="528">
                  <c:v>-2</c:v>
                </c:pt>
                <c:pt idx="529">
                  <c:v>-2</c:v>
                </c:pt>
                <c:pt idx="530">
                  <c:v>-2</c:v>
                </c:pt>
                <c:pt idx="531">
                  <c:v>-2</c:v>
                </c:pt>
                <c:pt idx="532">
                  <c:v>-2</c:v>
                </c:pt>
                <c:pt idx="533">
                  <c:v>-2</c:v>
                </c:pt>
                <c:pt idx="534">
                  <c:v>-2</c:v>
                </c:pt>
                <c:pt idx="535">
                  <c:v>-2</c:v>
                </c:pt>
                <c:pt idx="536">
                  <c:v>-2</c:v>
                </c:pt>
                <c:pt idx="537">
                  <c:v>-2</c:v>
                </c:pt>
                <c:pt idx="538">
                  <c:v>-2</c:v>
                </c:pt>
                <c:pt idx="539">
                  <c:v>-2</c:v>
                </c:pt>
                <c:pt idx="540">
                  <c:v>-2</c:v>
                </c:pt>
                <c:pt idx="541">
                  <c:v>-2</c:v>
                </c:pt>
                <c:pt idx="542">
                  <c:v>-2</c:v>
                </c:pt>
                <c:pt idx="543">
                  <c:v>-2</c:v>
                </c:pt>
                <c:pt idx="544">
                  <c:v>-2</c:v>
                </c:pt>
                <c:pt idx="545">
                  <c:v>-2</c:v>
                </c:pt>
                <c:pt idx="546">
                  <c:v>-2</c:v>
                </c:pt>
                <c:pt idx="547">
                  <c:v>-2</c:v>
                </c:pt>
                <c:pt idx="548">
                  <c:v>-2</c:v>
                </c:pt>
                <c:pt idx="549">
                  <c:v>-2</c:v>
                </c:pt>
                <c:pt idx="550">
                  <c:v>-2</c:v>
                </c:pt>
                <c:pt idx="551">
                  <c:v>-2</c:v>
                </c:pt>
                <c:pt idx="552">
                  <c:v>-2</c:v>
                </c:pt>
                <c:pt idx="553">
                  <c:v>-2</c:v>
                </c:pt>
                <c:pt idx="554">
                  <c:v>-2</c:v>
                </c:pt>
                <c:pt idx="555">
                  <c:v>-2</c:v>
                </c:pt>
                <c:pt idx="556">
                  <c:v>-2</c:v>
                </c:pt>
                <c:pt idx="557">
                  <c:v>-2</c:v>
                </c:pt>
                <c:pt idx="558">
                  <c:v>-2</c:v>
                </c:pt>
                <c:pt idx="559">
                  <c:v>-2</c:v>
                </c:pt>
                <c:pt idx="560">
                  <c:v>-2</c:v>
                </c:pt>
                <c:pt idx="561">
                  <c:v>-2</c:v>
                </c:pt>
                <c:pt idx="562">
                  <c:v>-1</c:v>
                </c:pt>
                <c:pt idx="563">
                  <c:v>-1</c:v>
                </c:pt>
                <c:pt idx="564">
                  <c:v>-1</c:v>
                </c:pt>
                <c:pt idx="565">
                  <c:v>-1</c:v>
                </c:pt>
                <c:pt idx="566">
                  <c:v>-1</c:v>
                </c:pt>
                <c:pt idx="567">
                  <c:v>-1</c:v>
                </c:pt>
                <c:pt idx="568">
                  <c:v>-1</c:v>
                </c:pt>
                <c:pt idx="569">
                  <c:v>-1</c:v>
                </c:pt>
                <c:pt idx="570">
                  <c:v>-1</c:v>
                </c:pt>
                <c:pt idx="571">
                  <c:v>-1</c:v>
                </c:pt>
                <c:pt idx="572">
                  <c:v>-1</c:v>
                </c:pt>
                <c:pt idx="573">
                  <c:v>-1</c:v>
                </c:pt>
                <c:pt idx="574">
                  <c:v>-1</c:v>
                </c:pt>
                <c:pt idx="575">
                  <c:v>-1</c:v>
                </c:pt>
                <c:pt idx="576">
                  <c:v>-1</c:v>
                </c:pt>
                <c:pt idx="577">
                  <c:v>-1</c:v>
                </c:pt>
                <c:pt idx="578">
                  <c:v>-1</c:v>
                </c:pt>
                <c:pt idx="579">
                  <c:v>-1</c:v>
                </c:pt>
                <c:pt idx="580">
                  <c:v>-1</c:v>
                </c:pt>
                <c:pt idx="581">
                  <c:v>-1</c:v>
                </c:pt>
                <c:pt idx="582">
                  <c:v>-1</c:v>
                </c:pt>
                <c:pt idx="583">
                  <c:v>-1</c:v>
                </c:pt>
                <c:pt idx="584">
                  <c:v>-1</c:v>
                </c:pt>
                <c:pt idx="585">
                  <c:v>-1</c:v>
                </c:pt>
                <c:pt idx="586">
                  <c:v>-1</c:v>
                </c:pt>
                <c:pt idx="587">
                  <c:v>-1</c:v>
                </c:pt>
                <c:pt idx="588">
                  <c:v>-1</c:v>
                </c:pt>
                <c:pt idx="589">
                  <c:v>-1</c:v>
                </c:pt>
                <c:pt idx="590">
                  <c:v>-1</c:v>
                </c:pt>
                <c:pt idx="591">
                  <c:v>-1</c:v>
                </c:pt>
                <c:pt idx="592">
                  <c:v>-1</c:v>
                </c:pt>
                <c:pt idx="593">
                  <c:v>-1</c:v>
                </c:pt>
                <c:pt idx="594">
                  <c:v>-1</c:v>
                </c:pt>
                <c:pt idx="595">
                  <c:v>-1</c:v>
                </c:pt>
                <c:pt idx="596">
                  <c:v>-1</c:v>
                </c:pt>
                <c:pt idx="597">
                  <c:v>-1</c:v>
                </c:pt>
                <c:pt idx="598">
                  <c:v>-1</c:v>
                </c:pt>
                <c:pt idx="599">
                  <c:v>-1</c:v>
                </c:pt>
                <c:pt idx="600">
                  <c:v>-1</c:v>
                </c:pt>
                <c:pt idx="601">
                  <c:v>-1</c:v>
                </c:pt>
                <c:pt idx="602">
                  <c:v>-1</c:v>
                </c:pt>
                <c:pt idx="603">
                  <c:v>-1</c:v>
                </c:pt>
                <c:pt idx="604">
                  <c:v>-1</c:v>
                </c:pt>
                <c:pt idx="605">
                  <c:v>-1</c:v>
                </c:pt>
                <c:pt idx="606">
                  <c:v>-1</c:v>
                </c:pt>
                <c:pt idx="607">
                  <c:v>-1</c:v>
                </c:pt>
                <c:pt idx="608">
                  <c:v>-1</c:v>
                </c:pt>
                <c:pt idx="609">
                  <c:v>-1</c:v>
                </c:pt>
                <c:pt idx="610">
                  <c:v>-1</c:v>
                </c:pt>
                <c:pt idx="611">
                  <c:v>-1</c:v>
                </c:pt>
                <c:pt idx="612">
                  <c:v>-1</c:v>
                </c:pt>
                <c:pt idx="613">
                  <c:v>-1</c:v>
                </c:pt>
                <c:pt idx="614">
                  <c:v>-1</c:v>
                </c:pt>
                <c:pt idx="615">
                  <c:v>-1</c:v>
                </c:pt>
                <c:pt idx="616">
                  <c:v>-1</c:v>
                </c:pt>
                <c:pt idx="617">
                  <c:v>-1</c:v>
                </c:pt>
                <c:pt idx="618">
                  <c:v>-1</c:v>
                </c:pt>
                <c:pt idx="619">
                  <c:v>-1</c:v>
                </c:pt>
                <c:pt idx="620">
                  <c:v>-1</c:v>
                </c:pt>
                <c:pt idx="621">
                  <c:v>-1</c:v>
                </c:pt>
                <c:pt idx="622">
                  <c:v>-1</c:v>
                </c:pt>
                <c:pt idx="623">
                  <c:v>-1</c:v>
                </c:pt>
                <c:pt idx="624">
                  <c:v>-1</c:v>
                </c:pt>
                <c:pt idx="625">
                  <c:v>-1</c:v>
                </c:pt>
                <c:pt idx="626">
                  <c:v>-1</c:v>
                </c:pt>
                <c:pt idx="627">
                  <c:v>-1</c:v>
                </c:pt>
                <c:pt idx="628">
                  <c:v>-1</c:v>
                </c:pt>
                <c:pt idx="629">
                  <c:v>-1</c:v>
                </c:pt>
                <c:pt idx="630">
                  <c:v>-1</c:v>
                </c:pt>
                <c:pt idx="631">
                  <c:v>-1</c:v>
                </c:pt>
                <c:pt idx="632">
                  <c:v>-1</c:v>
                </c:pt>
                <c:pt idx="633">
                  <c:v>-1</c:v>
                </c:pt>
                <c:pt idx="634">
                  <c:v>-1</c:v>
                </c:pt>
                <c:pt idx="635">
                  <c:v>-1</c:v>
                </c:pt>
                <c:pt idx="636">
                  <c:v>-1</c:v>
                </c:pt>
                <c:pt idx="637">
                  <c:v>-1</c:v>
                </c:pt>
                <c:pt idx="638">
                  <c:v>-1</c:v>
                </c:pt>
                <c:pt idx="639">
                  <c:v>-1</c:v>
                </c:pt>
                <c:pt idx="640">
                  <c:v>-1</c:v>
                </c:pt>
                <c:pt idx="641">
                  <c:v>-1</c:v>
                </c:pt>
                <c:pt idx="642">
                  <c:v>-1</c:v>
                </c:pt>
                <c:pt idx="643">
                  <c:v>-1</c:v>
                </c:pt>
                <c:pt idx="644">
                  <c:v>-1</c:v>
                </c:pt>
                <c:pt idx="645">
                  <c:v>-1</c:v>
                </c:pt>
                <c:pt idx="646">
                  <c:v>-1</c:v>
                </c:pt>
                <c:pt idx="647">
                  <c:v>-1</c:v>
                </c:pt>
                <c:pt idx="648">
                  <c:v>-1</c:v>
                </c:pt>
                <c:pt idx="649">
                  <c:v>-1</c:v>
                </c:pt>
                <c:pt idx="650">
                  <c:v>-1</c:v>
                </c:pt>
                <c:pt idx="651">
                  <c:v>-1</c:v>
                </c:pt>
                <c:pt idx="652">
                  <c:v>-1</c:v>
                </c:pt>
                <c:pt idx="653">
                  <c:v>-1</c:v>
                </c:pt>
                <c:pt idx="654">
                  <c:v>-1</c:v>
                </c:pt>
                <c:pt idx="655">
                  <c:v>-1</c:v>
                </c:pt>
                <c:pt idx="656">
                  <c:v>-1</c:v>
                </c:pt>
                <c:pt idx="657">
                  <c:v>-1</c:v>
                </c:pt>
                <c:pt idx="658">
                  <c:v>-1</c:v>
                </c:pt>
                <c:pt idx="659">
                  <c:v>-1</c:v>
                </c:pt>
                <c:pt idx="660">
                  <c:v>-1</c:v>
                </c:pt>
                <c:pt idx="661">
                  <c:v>-1</c:v>
                </c:pt>
                <c:pt idx="662">
                  <c:v>-1</c:v>
                </c:pt>
                <c:pt idx="663">
                  <c:v>-1</c:v>
                </c:pt>
                <c:pt idx="664">
                  <c:v>-1</c:v>
                </c:pt>
                <c:pt idx="665">
                  <c:v>-1</c:v>
                </c:pt>
                <c:pt idx="666">
                  <c:v>-1</c:v>
                </c:pt>
                <c:pt idx="667">
                  <c:v>-1</c:v>
                </c:pt>
                <c:pt idx="668">
                  <c:v>-1</c:v>
                </c:pt>
                <c:pt idx="669">
                  <c:v>-1</c:v>
                </c:pt>
                <c:pt idx="670">
                  <c:v>-1</c:v>
                </c:pt>
                <c:pt idx="671">
                  <c:v>-1</c:v>
                </c:pt>
                <c:pt idx="672">
                  <c:v>-1</c:v>
                </c:pt>
                <c:pt idx="673">
                  <c:v>-1</c:v>
                </c:pt>
                <c:pt idx="674">
                  <c:v>-1</c:v>
                </c:pt>
                <c:pt idx="675">
                  <c:v>-1</c:v>
                </c:pt>
                <c:pt idx="676">
                  <c:v>-1</c:v>
                </c:pt>
                <c:pt idx="677">
                  <c:v>-1</c:v>
                </c:pt>
                <c:pt idx="678">
                  <c:v>-1</c:v>
                </c:pt>
                <c:pt idx="679">
                  <c:v>-1</c:v>
                </c:pt>
                <c:pt idx="680">
                  <c:v>-1</c:v>
                </c:pt>
                <c:pt idx="681">
                  <c:v>-1</c:v>
                </c:pt>
                <c:pt idx="682">
                  <c:v>-1</c:v>
                </c:pt>
                <c:pt idx="683">
                  <c:v>-1</c:v>
                </c:pt>
                <c:pt idx="684">
                  <c:v>-1</c:v>
                </c:pt>
                <c:pt idx="685">
                  <c:v>-1</c:v>
                </c:pt>
                <c:pt idx="686">
                  <c:v>-1</c:v>
                </c:pt>
                <c:pt idx="687">
                  <c:v>-1</c:v>
                </c:pt>
                <c:pt idx="688">
                  <c:v>-1</c:v>
                </c:pt>
                <c:pt idx="689">
                  <c:v>-1</c:v>
                </c:pt>
                <c:pt idx="690">
                  <c:v>-1</c:v>
                </c:pt>
                <c:pt idx="691">
                  <c:v>-1</c:v>
                </c:pt>
                <c:pt idx="692">
                  <c:v>-1</c:v>
                </c:pt>
                <c:pt idx="693">
                  <c:v>-1</c:v>
                </c:pt>
                <c:pt idx="694">
                  <c:v>-1</c:v>
                </c:pt>
                <c:pt idx="695">
                  <c:v>-1</c:v>
                </c:pt>
                <c:pt idx="696">
                  <c:v>-1</c:v>
                </c:pt>
                <c:pt idx="697">
                  <c:v>-1</c:v>
                </c:pt>
                <c:pt idx="698">
                  <c:v>-1</c:v>
                </c:pt>
                <c:pt idx="699">
                  <c:v>-1</c:v>
                </c:pt>
                <c:pt idx="700">
                  <c:v>-1</c:v>
                </c:pt>
                <c:pt idx="701">
                  <c:v>-1</c:v>
                </c:pt>
                <c:pt idx="702">
                  <c:v>-1</c:v>
                </c:pt>
                <c:pt idx="703">
                  <c:v>-1</c:v>
                </c:pt>
                <c:pt idx="704">
                  <c:v>-1</c:v>
                </c:pt>
                <c:pt idx="705">
                  <c:v>-1</c:v>
                </c:pt>
                <c:pt idx="706">
                  <c:v>-1</c:v>
                </c:pt>
                <c:pt idx="707">
                  <c:v>-1</c:v>
                </c:pt>
                <c:pt idx="708">
                  <c:v>-1</c:v>
                </c:pt>
                <c:pt idx="709">
                  <c:v>-1</c:v>
                </c:pt>
                <c:pt idx="710">
                  <c:v>-1</c:v>
                </c:pt>
                <c:pt idx="711">
                  <c:v>-1</c:v>
                </c:pt>
                <c:pt idx="712">
                  <c:v>-1</c:v>
                </c:pt>
                <c:pt idx="713">
                  <c:v>-1</c:v>
                </c:pt>
                <c:pt idx="714">
                  <c:v>-1</c:v>
                </c:pt>
                <c:pt idx="715">
                  <c:v>-1</c:v>
                </c:pt>
                <c:pt idx="716">
                  <c:v>-1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</c:v>
                </c:pt>
                <c:pt idx="805">
                  <c:v>0</c:v>
                </c:pt>
                <c:pt idx="806">
                  <c:v>0</c:v>
                </c:pt>
                <c:pt idx="807">
                  <c:v>0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</c:v>
                </c:pt>
                <c:pt idx="817">
                  <c:v>0</c:v>
                </c:pt>
                <c:pt idx="818">
                  <c:v>0</c:v>
                </c:pt>
                <c:pt idx="819">
                  <c:v>0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</c:v>
                </c:pt>
                <c:pt idx="838">
                  <c:v>0</c:v>
                </c:pt>
                <c:pt idx="839">
                  <c:v>0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0</c:v>
                </c:pt>
                <c:pt idx="865">
                  <c:v>0</c:v>
                </c:pt>
                <c:pt idx="866">
                  <c:v>0</c:v>
                </c:pt>
                <c:pt idx="867">
                  <c:v>0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0</c:v>
                </c:pt>
                <c:pt idx="875">
                  <c:v>0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0</c:v>
                </c:pt>
                <c:pt idx="880">
                  <c:v>0</c:v>
                </c:pt>
                <c:pt idx="881">
                  <c:v>0</c:v>
                </c:pt>
                <c:pt idx="882">
                  <c:v>0</c:v>
                </c:pt>
                <c:pt idx="883">
                  <c:v>0</c:v>
                </c:pt>
                <c:pt idx="884">
                  <c:v>0</c:v>
                </c:pt>
                <c:pt idx="885">
                  <c:v>0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0</c:v>
                </c:pt>
                <c:pt idx="892">
                  <c:v>0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0</c:v>
                </c:pt>
                <c:pt idx="898">
                  <c:v>0</c:v>
                </c:pt>
                <c:pt idx="899">
                  <c:v>0</c:v>
                </c:pt>
                <c:pt idx="900">
                  <c:v>0</c:v>
                </c:pt>
                <c:pt idx="901">
                  <c:v>0</c:v>
                </c:pt>
                <c:pt idx="902">
                  <c:v>0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0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0</c:v>
                </c:pt>
                <c:pt idx="919">
                  <c:v>0</c:v>
                </c:pt>
                <c:pt idx="920">
                  <c:v>0</c:v>
                </c:pt>
                <c:pt idx="921">
                  <c:v>0</c:v>
                </c:pt>
                <c:pt idx="922">
                  <c:v>0</c:v>
                </c:pt>
                <c:pt idx="923">
                  <c:v>0</c:v>
                </c:pt>
                <c:pt idx="924">
                  <c:v>0</c:v>
                </c:pt>
                <c:pt idx="925">
                  <c:v>0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</c:v>
                </c:pt>
                <c:pt idx="933">
                  <c:v>0</c:v>
                </c:pt>
                <c:pt idx="934">
                  <c:v>0</c:v>
                </c:pt>
                <c:pt idx="935">
                  <c:v>0</c:v>
                </c:pt>
                <c:pt idx="936">
                  <c:v>0</c:v>
                </c:pt>
                <c:pt idx="937">
                  <c:v>0</c:v>
                </c:pt>
                <c:pt idx="938">
                  <c:v>0</c:v>
                </c:pt>
                <c:pt idx="939">
                  <c:v>0</c:v>
                </c:pt>
                <c:pt idx="940">
                  <c:v>0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0</c:v>
                </c:pt>
                <c:pt idx="945">
                  <c:v>0</c:v>
                </c:pt>
                <c:pt idx="946">
                  <c:v>0</c:v>
                </c:pt>
                <c:pt idx="947">
                  <c:v>0</c:v>
                </c:pt>
                <c:pt idx="948">
                  <c:v>0</c:v>
                </c:pt>
                <c:pt idx="949">
                  <c:v>0</c:v>
                </c:pt>
                <c:pt idx="950">
                  <c:v>0</c:v>
                </c:pt>
                <c:pt idx="951">
                  <c:v>0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0</c:v>
                </c:pt>
                <c:pt idx="956">
                  <c:v>0</c:v>
                </c:pt>
                <c:pt idx="957">
                  <c:v>0</c:v>
                </c:pt>
                <c:pt idx="958">
                  <c:v>0</c:v>
                </c:pt>
                <c:pt idx="959">
                  <c:v>0</c:v>
                </c:pt>
                <c:pt idx="960">
                  <c:v>0</c:v>
                </c:pt>
                <c:pt idx="961">
                  <c:v>0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0</c:v>
                </c:pt>
                <c:pt idx="970">
                  <c:v>0</c:v>
                </c:pt>
                <c:pt idx="971">
                  <c:v>0</c:v>
                </c:pt>
                <c:pt idx="972">
                  <c:v>0</c:v>
                </c:pt>
                <c:pt idx="973">
                  <c:v>0</c:v>
                </c:pt>
                <c:pt idx="974">
                  <c:v>0</c:v>
                </c:pt>
                <c:pt idx="975">
                  <c:v>0</c:v>
                </c:pt>
                <c:pt idx="976">
                  <c:v>0</c:v>
                </c:pt>
                <c:pt idx="977">
                  <c:v>0</c:v>
                </c:pt>
                <c:pt idx="978">
                  <c:v>0</c:v>
                </c:pt>
                <c:pt idx="979">
                  <c:v>0</c:v>
                </c:pt>
                <c:pt idx="980">
                  <c:v>0</c:v>
                </c:pt>
                <c:pt idx="981">
                  <c:v>0</c:v>
                </c:pt>
                <c:pt idx="982">
                  <c:v>0</c:v>
                </c:pt>
                <c:pt idx="983">
                  <c:v>0</c:v>
                </c:pt>
                <c:pt idx="984">
                  <c:v>0</c:v>
                </c:pt>
                <c:pt idx="985">
                  <c:v>0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0</c:v>
                </c:pt>
                <c:pt idx="992">
                  <c:v>0</c:v>
                </c:pt>
                <c:pt idx="993">
                  <c:v>0</c:v>
                </c:pt>
                <c:pt idx="994">
                  <c:v>0</c:v>
                </c:pt>
                <c:pt idx="995">
                  <c:v>0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0</c:v>
                </c:pt>
                <c:pt idx="1000">
                  <c:v>0</c:v>
                </c:pt>
                <c:pt idx="1001">
                  <c:v>0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0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0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0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0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0</c:v>
                </c:pt>
                <c:pt idx="1036">
                  <c:v>0</c:v>
                </c:pt>
                <c:pt idx="1037">
                  <c:v>0</c:v>
                </c:pt>
                <c:pt idx="1038">
                  <c:v>0</c:v>
                </c:pt>
                <c:pt idx="1039">
                  <c:v>0</c:v>
                </c:pt>
                <c:pt idx="1040">
                  <c:v>0</c:v>
                </c:pt>
                <c:pt idx="1041">
                  <c:v>0</c:v>
                </c:pt>
                <c:pt idx="1042">
                  <c:v>0</c:v>
                </c:pt>
                <c:pt idx="1043">
                  <c:v>0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0</c:v>
                </c:pt>
                <c:pt idx="1048">
                  <c:v>0</c:v>
                </c:pt>
                <c:pt idx="1049">
                  <c:v>0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0</c:v>
                </c:pt>
                <c:pt idx="1067">
                  <c:v>0</c:v>
                </c:pt>
                <c:pt idx="1068">
                  <c:v>0</c:v>
                </c:pt>
                <c:pt idx="1069">
                  <c:v>0</c:v>
                </c:pt>
                <c:pt idx="1070">
                  <c:v>0</c:v>
                </c:pt>
                <c:pt idx="1071">
                  <c:v>0</c:v>
                </c:pt>
                <c:pt idx="1072">
                  <c:v>0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0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</c:v>
                </c:pt>
                <c:pt idx="1092">
                  <c:v>0</c:v>
                </c:pt>
                <c:pt idx="1093">
                  <c:v>0</c:v>
                </c:pt>
                <c:pt idx="1094">
                  <c:v>0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0</c:v>
                </c:pt>
                <c:pt idx="1100">
                  <c:v>0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0</c:v>
                </c:pt>
                <c:pt idx="1105">
                  <c:v>0</c:v>
                </c:pt>
                <c:pt idx="1106">
                  <c:v>0</c:v>
                </c:pt>
                <c:pt idx="1107">
                  <c:v>0</c:v>
                </c:pt>
                <c:pt idx="1108">
                  <c:v>0</c:v>
                </c:pt>
                <c:pt idx="1109">
                  <c:v>0</c:v>
                </c:pt>
                <c:pt idx="1110">
                  <c:v>0</c:v>
                </c:pt>
                <c:pt idx="1111">
                  <c:v>0</c:v>
                </c:pt>
                <c:pt idx="1112">
                  <c:v>0</c:v>
                </c:pt>
                <c:pt idx="1113">
                  <c:v>0</c:v>
                </c:pt>
                <c:pt idx="1114">
                  <c:v>0</c:v>
                </c:pt>
                <c:pt idx="1115">
                  <c:v>0</c:v>
                </c:pt>
                <c:pt idx="1116">
                  <c:v>0</c:v>
                </c:pt>
                <c:pt idx="1117">
                  <c:v>0</c:v>
                </c:pt>
                <c:pt idx="1118">
                  <c:v>0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0</c:v>
                </c:pt>
                <c:pt idx="1130">
                  <c:v>0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0</c:v>
                </c:pt>
                <c:pt idx="1137">
                  <c:v>0</c:v>
                </c:pt>
                <c:pt idx="1138">
                  <c:v>0</c:v>
                </c:pt>
                <c:pt idx="1139">
                  <c:v>0</c:v>
                </c:pt>
                <c:pt idx="1140">
                  <c:v>0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0</c:v>
                </c:pt>
                <c:pt idx="1145">
                  <c:v>0</c:v>
                </c:pt>
                <c:pt idx="1146">
                  <c:v>0</c:v>
                </c:pt>
                <c:pt idx="1147">
                  <c:v>0</c:v>
                </c:pt>
                <c:pt idx="1148">
                  <c:v>0</c:v>
                </c:pt>
                <c:pt idx="1149">
                  <c:v>0</c:v>
                </c:pt>
                <c:pt idx="1150">
                  <c:v>0</c:v>
                </c:pt>
                <c:pt idx="1151">
                  <c:v>0</c:v>
                </c:pt>
                <c:pt idx="1152">
                  <c:v>0</c:v>
                </c:pt>
                <c:pt idx="1153">
                  <c:v>0</c:v>
                </c:pt>
                <c:pt idx="1154">
                  <c:v>0</c:v>
                </c:pt>
                <c:pt idx="1155">
                  <c:v>0</c:v>
                </c:pt>
                <c:pt idx="1156">
                  <c:v>0</c:v>
                </c:pt>
                <c:pt idx="1157">
                  <c:v>0</c:v>
                </c:pt>
                <c:pt idx="1158">
                  <c:v>0</c:v>
                </c:pt>
                <c:pt idx="1159">
                  <c:v>0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0</c:v>
                </c:pt>
                <c:pt idx="1165">
                  <c:v>0</c:v>
                </c:pt>
                <c:pt idx="1166">
                  <c:v>0</c:v>
                </c:pt>
                <c:pt idx="1167">
                  <c:v>0</c:v>
                </c:pt>
                <c:pt idx="1168">
                  <c:v>0</c:v>
                </c:pt>
                <c:pt idx="1169">
                  <c:v>0</c:v>
                </c:pt>
                <c:pt idx="1170">
                  <c:v>0</c:v>
                </c:pt>
                <c:pt idx="1171">
                  <c:v>0</c:v>
                </c:pt>
                <c:pt idx="1172">
                  <c:v>0</c:v>
                </c:pt>
                <c:pt idx="1173">
                  <c:v>0</c:v>
                </c:pt>
                <c:pt idx="1174">
                  <c:v>0</c:v>
                </c:pt>
                <c:pt idx="1175">
                  <c:v>0</c:v>
                </c:pt>
                <c:pt idx="1176">
                  <c:v>0</c:v>
                </c:pt>
                <c:pt idx="1177">
                  <c:v>0</c:v>
                </c:pt>
                <c:pt idx="1178">
                  <c:v>0</c:v>
                </c:pt>
                <c:pt idx="1179">
                  <c:v>0</c:v>
                </c:pt>
                <c:pt idx="1180">
                  <c:v>0</c:v>
                </c:pt>
                <c:pt idx="1181">
                  <c:v>0</c:v>
                </c:pt>
                <c:pt idx="1182">
                  <c:v>0</c:v>
                </c:pt>
                <c:pt idx="1183">
                  <c:v>0</c:v>
                </c:pt>
                <c:pt idx="1184">
                  <c:v>0</c:v>
                </c:pt>
                <c:pt idx="1185">
                  <c:v>0</c:v>
                </c:pt>
                <c:pt idx="1186">
                  <c:v>0</c:v>
                </c:pt>
                <c:pt idx="1187">
                  <c:v>0</c:v>
                </c:pt>
                <c:pt idx="1188">
                  <c:v>0</c:v>
                </c:pt>
                <c:pt idx="1189">
                  <c:v>0</c:v>
                </c:pt>
                <c:pt idx="1190">
                  <c:v>0</c:v>
                </c:pt>
                <c:pt idx="1191">
                  <c:v>0</c:v>
                </c:pt>
                <c:pt idx="1192">
                  <c:v>0</c:v>
                </c:pt>
                <c:pt idx="1193">
                  <c:v>0</c:v>
                </c:pt>
                <c:pt idx="1194">
                  <c:v>0</c:v>
                </c:pt>
                <c:pt idx="1195">
                  <c:v>0</c:v>
                </c:pt>
                <c:pt idx="1196">
                  <c:v>0</c:v>
                </c:pt>
                <c:pt idx="1197">
                  <c:v>0</c:v>
                </c:pt>
                <c:pt idx="1198">
                  <c:v>0</c:v>
                </c:pt>
                <c:pt idx="1199">
                  <c:v>0</c:v>
                </c:pt>
                <c:pt idx="1200">
                  <c:v>0</c:v>
                </c:pt>
                <c:pt idx="1201">
                  <c:v>0</c:v>
                </c:pt>
                <c:pt idx="1202">
                  <c:v>0</c:v>
                </c:pt>
                <c:pt idx="1203">
                  <c:v>0</c:v>
                </c:pt>
                <c:pt idx="1204">
                  <c:v>0</c:v>
                </c:pt>
                <c:pt idx="1205">
                  <c:v>0</c:v>
                </c:pt>
                <c:pt idx="1206">
                  <c:v>0</c:v>
                </c:pt>
                <c:pt idx="1207">
                  <c:v>0</c:v>
                </c:pt>
                <c:pt idx="1208">
                  <c:v>0</c:v>
                </c:pt>
                <c:pt idx="1209">
                  <c:v>0</c:v>
                </c:pt>
                <c:pt idx="1210">
                  <c:v>0</c:v>
                </c:pt>
                <c:pt idx="1211">
                  <c:v>0</c:v>
                </c:pt>
                <c:pt idx="1212">
                  <c:v>0</c:v>
                </c:pt>
                <c:pt idx="1213">
                  <c:v>0</c:v>
                </c:pt>
                <c:pt idx="1214">
                  <c:v>0</c:v>
                </c:pt>
                <c:pt idx="1215">
                  <c:v>0</c:v>
                </c:pt>
                <c:pt idx="1216">
                  <c:v>0</c:v>
                </c:pt>
                <c:pt idx="1217">
                  <c:v>0</c:v>
                </c:pt>
                <c:pt idx="1218">
                  <c:v>0</c:v>
                </c:pt>
                <c:pt idx="1219">
                  <c:v>0</c:v>
                </c:pt>
                <c:pt idx="1220">
                  <c:v>0</c:v>
                </c:pt>
                <c:pt idx="1221">
                  <c:v>0</c:v>
                </c:pt>
                <c:pt idx="1222">
                  <c:v>0</c:v>
                </c:pt>
                <c:pt idx="1223">
                  <c:v>0</c:v>
                </c:pt>
                <c:pt idx="1224">
                  <c:v>0</c:v>
                </c:pt>
                <c:pt idx="1225">
                  <c:v>0</c:v>
                </c:pt>
                <c:pt idx="1226">
                  <c:v>0</c:v>
                </c:pt>
                <c:pt idx="1227">
                  <c:v>0</c:v>
                </c:pt>
                <c:pt idx="1228">
                  <c:v>0</c:v>
                </c:pt>
                <c:pt idx="1229">
                  <c:v>0</c:v>
                </c:pt>
                <c:pt idx="1230">
                  <c:v>0</c:v>
                </c:pt>
                <c:pt idx="1231">
                  <c:v>0</c:v>
                </c:pt>
                <c:pt idx="1232">
                  <c:v>0</c:v>
                </c:pt>
                <c:pt idx="1233">
                  <c:v>0</c:v>
                </c:pt>
                <c:pt idx="1234">
                  <c:v>0</c:v>
                </c:pt>
                <c:pt idx="1235">
                  <c:v>0</c:v>
                </c:pt>
                <c:pt idx="1236">
                  <c:v>0</c:v>
                </c:pt>
                <c:pt idx="1237">
                  <c:v>0</c:v>
                </c:pt>
                <c:pt idx="1238">
                  <c:v>0</c:v>
                </c:pt>
                <c:pt idx="1239">
                  <c:v>0</c:v>
                </c:pt>
                <c:pt idx="1240">
                  <c:v>0</c:v>
                </c:pt>
                <c:pt idx="1241">
                  <c:v>0</c:v>
                </c:pt>
                <c:pt idx="1242">
                  <c:v>0</c:v>
                </c:pt>
                <c:pt idx="1243">
                  <c:v>0</c:v>
                </c:pt>
                <c:pt idx="1244">
                  <c:v>0</c:v>
                </c:pt>
                <c:pt idx="1245">
                  <c:v>0</c:v>
                </c:pt>
                <c:pt idx="1246">
                  <c:v>0</c:v>
                </c:pt>
                <c:pt idx="1247">
                  <c:v>0</c:v>
                </c:pt>
                <c:pt idx="1248">
                  <c:v>0</c:v>
                </c:pt>
                <c:pt idx="1249">
                  <c:v>0</c:v>
                </c:pt>
                <c:pt idx="1250">
                  <c:v>0</c:v>
                </c:pt>
                <c:pt idx="1251">
                  <c:v>0</c:v>
                </c:pt>
                <c:pt idx="1252">
                  <c:v>0</c:v>
                </c:pt>
                <c:pt idx="1253">
                  <c:v>0</c:v>
                </c:pt>
                <c:pt idx="1254">
                  <c:v>0</c:v>
                </c:pt>
                <c:pt idx="1255">
                  <c:v>0</c:v>
                </c:pt>
                <c:pt idx="1256">
                  <c:v>0</c:v>
                </c:pt>
                <c:pt idx="1257">
                  <c:v>0</c:v>
                </c:pt>
                <c:pt idx="1258">
                  <c:v>0</c:v>
                </c:pt>
                <c:pt idx="1259">
                  <c:v>0</c:v>
                </c:pt>
                <c:pt idx="1260">
                  <c:v>0</c:v>
                </c:pt>
                <c:pt idx="1261">
                  <c:v>0</c:v>
                </c:pt>
                <c:pt idx="1262">
                  <c:v>0</c:v>
                </c:pt>
                <c:pt idx="1263">
                  <c:v>0</c:v>
                </c:pt>
                <c:pt idx="1264">
                  <c:v>0</c:v>
                </c:pt>
                <c:pt idx="1265">
                  <c:v>0</c:v>
                </c:pt>
                <c:pt idx="1266">
                  <c:v>0</c:v>
                </c:pt>
                <c:pt idx="1267">
                  <c:v>0</c:v>
                </c:pt>
                <c:pt idx="1268">
                  <c:v>0</c:v>
                </c:pt>
                <c:pt idx="1269">
                  <c:v>0</c:v>
                </c:pt>
                <c:pt idx="1270">
                  <c:v>0</c:v>
                </c:pt>
                <c:pt idx="1271">
                  <c:v>0</c:v>
                </c:pt>
                <c:pt idx="1272">
                  <c:v>0</c:v>
                </c:pt>
                <c:pt idx="1273">
                  <c:v>0</c:v>
                </c:pt>
                <c:pt idx="1274">
                  <c:v>0</c:v>
                </c:pt>
                <c:pt idx="1275">
                  <c:v>0</c:v>
                </c:pt>
                <c:pt idx="1276">
                  <c:v>0</c:v>
                </c:pt>
                <c:pt idx="1277">
                  <c:v>0</c:v>
                </c:pt>
                <c:pt idx="1278">
                  <c:v>0</c:v>
                </c:pt>
                <c:pt idx="1279">
                  <c:v>0</c:v>
                </c:pt>
                <c:pt idx="1280">
                  <c:v>0</c:v>
                </c:pt>
                <c:pt idx="1281">
                  <c:v>0</c:v>
                </c:pt>
                <c:pt idx="1282">
                  <c:v>0</c:v>
                </c:pt>
                <c:pt idx="1283">
                  <c:v>0</c:v>
                </c:pt>
                <c:pt idx="1284">
                  <c:v>0</c:v>
                </c:pt>
                <c:pt idx="1285">
                  <c:v>0</c:v>
                </c:pt>
                <c:pt idx="1286">
                  <c:v>0</c:v>
                </c:pt>
                <c:pt idx="1287">
                  <c:v>0</c:v>
                </c:pt>
                <c:pt idx="1288">
                  <c:v>0</c:v>
                </c:pt>
                <c:pt idx="1289">
                  <c:v>0</c:v>
                </c:pt>
                <c:pt idx="1290">
                  <c:v>0</c:v>
                </c:pt>
                <c:pt idx="1291">
                  <c:v>0</c:v>
                </c:pt>
                <c:pt idx="1292">
                  <c:v>0</c:v>
                </c:pt>
                <c:pt idx="1293">
                  <c:v>0</c:v>
                </c:pt>
                <c:pt idx="1294">
                  <c:v>0</c:v>
                </c:pt>
                <c:pt idx="1295">
                  <c:v>0</c:v>
                </c:pt>
                <c:pt idx="1296">
                  <c:v>0</c:v>
                </c:pt>
                <c:pt idx="1297">
                  <c:v>0</c:v>
                </c:pt>
                <c:pt idx="1298">
                  <c:v>0</c:v>
                </c:pt>
                <c:pt idx="1299">
                  <c:v>0</c:v>
                </c:pt>
                <c:pt idx="1300">
                  <c:v>0</c:v>
                </c:pt>
                <c:pt idx="1301">
                  <c:v>0</c:v>
                </c:pt>
                <c:pt idx="1302">
                  <c:v>0</c:v>
                </c:pt>
                <c:pt idx="1303">
                  <c:v>0</c:v>
                </c:pt>
                <c:pt idx="1304">
                  <c:v>0</c:v>
                </c:pt>
                <c:pt idx="1305">
                  <c:v>0</c:v>
                </c:pt>
                <c:pt idx="1306">
                  <c:v>0</c:v>
                </c:pt>
                <c:pt idx="1307">
                  <c:v>0</c:v>
                </c:pt>
                <c:pt idx="1308">
                  <c:v>0</c:v>
                </c:pt>
                <c:pt idx="1309">
                  <c:v>0</c:v>
                </c:pt>
                <c:pt idx="1310">
                  <c:v>0</c:v>
                </c:pt>
                <c:pt idx="1311">
                  <c:v>0</c:v>
                </c:pt>
                <c:pt idx="1312">
                  <c:v>0</c:v>
                </c:pt>
                <c:pt idx="1313">
                  <c:v>0</c:v>
                </c:pt>
                <c:pt idx="1314">
                  <c:v>0</c:v>
                </c:pt>
                <c:pt idx="1315">
                  <c:v>0</c:v>
                </c:pt>
                <c:pt idx="1316">
                  <c:v>0</c:v>
                </c:pt>
                <c:pt idx="1317">
                  <c:v>0</c:v>
                </c:pt>
                <c:pt idx="1318">
                  <c:v>0</c:v>
                </c:pt>
                <c:pt idx="1319">
                  <c:v>0</c:v>
                </c:pt>
                <c:pt idx="1320">
                  <c:v>0</c:v>
                </c:pt>
                <c:pt idx="1321">
                  <c:v>0</c:v>
                </c:pt>
                <c:pt idx="1322">
                  <c:v>0</c:v>
                </c:pt>
                <c:pt idx="1323">
                  <c:v>0</c:v>
                </c:pt>
                <c:pt idx="1324">
                  <c:v>0</c:v>
                </c:pt>
                <c:pt idx="1325">
                  <c:v>0</c:v>
                </c:pt>
                <c:pt idx="1326">
                  <c:v>0</c:v>
                </c:pt>
                <c:pt idx="1327">
                  <c:v>0</c:v>
                </c:pt>
                <c:pt idx="1328">
                  <c:v>0</c:v>
                </c:pt>
                <c:pt idx="1329">
                  <c:v>0</c:v>
                </c:pt>
                <c:pt idx="1330">
                  <c:v>0</c:v>
                </c:pt>
                <c:pt idx="1331">
                  <c:v>0</c:v>
                </c:pt>
                <c:pt idx="1332">
                  <c:v>0</c:v>
                </c:pt>
                <c:pt idx="1333">
                  <c:v>1</c:v>
                </c:pt>
                <c:pt idx="1334">
                  <c:v>1</c:v>
                </c:pt>
                <c:pt idx="1335">
                  <c:v>1</c:v>
                </c:pt>
                <c:pt idx="1336">
                  <c:v>1</c:v>
                </c:pt>
                <c:pt idx="1337">
                  <c:v>1</c:v>
                </c:pt>
                <c:pt idx="1338">
                  <c:v>1</c:v>
                </c:pt>
                <c:pt idx="1339">
                  <c:v>1</c:v>
                </c:pt>
                <c:pt idx="1340">
                  <c:v>1</c:v>
                </c:pt>
                <c:pt idx="1341">
                  <c:v>1</c:v>
                </c:pt>
                <c:pt idx="1342">
                  <c:v>1</c:v>
                </c:pt>
                <c:pt idx="1343">
                  <c:v>1</c:v>
                </c:pt>
                <c:pt idx="1344">
                  <c:v>1</c:v>
                </c:pt>
                <c:pt idx="1345">
                  <c:v>1</c:v>
                </c:pt>
                <c:pt idx="1346">
                  <c:v>1</c:v>
                </c:pt>
                <c:pt idx="1347">
                  <c:v>1</c:v>
                </c:pt>
                <c:pt idx="1348">
                  <c:v>1</c:v>
                </c:pt>
                <c:pt idx="1349">
                  <c:v>1</c:v>
                </c:pt>
                <c:pt idx="1350">
                  <c:v>1</c:v>
                </c:pt>
                <c:pt idx="1351">
                  <c:v>1</c:v>
                </c:pt>
                <c:pt idx="1352">
                  <c:v>1</c:v>
                </c:pt>
                <c:pt idx="1353">
                  <c:v>1</c:v>
                </c:pt>
                <c:pt idx="1354">
                  <c:v>1</c:v>
                </c:pt>
                <c:pt idx="1355">
                  <c:v>1</c:v>
                </c:pt>
                <c:pt idx="1356">
                  <c:v>1</c:v>
                </c:pt>
                <c:pt idx="1357">
                  <c:v>1</c:v>
                </c:pt>
                <c:pt idx="1358">
                  <c:v>1</c:v>
                </c:pt>
                <c:pt idx="1359">
                  <c:v>1</c:v>
                </c:pt>
                <c:pt idx="1360">
                  <c:v>1</c:v>
                </c:pt>
                <c:pt idx="1361">
                  <c:v>1</c:v>
                </c:pt>
                <c:pt idx="1362">
                  <c:v>1</c:v>
                </c:pt>
                <c:pt idx="1363">
                  <c:v>1</c:v>
                </c:pt>
                <c:pt idx="1364">
                  <c:v>1</c:v>
                </c:pt>
                <c:pt idx="1365">
                  <c:v>1</c:v>
                </c:pt>
                <c:pt idx="1366">
                  <c:v>1</c:v>
                </c:pt>
                <c:pt idx="1367">
                  <c:v>1</c:v>
                </c:pt>
                <c:pt idx="1368">
                  <c:v>1</c:v>
                </c:pt>
                <c:pt idx="1369">
                  <c:v>1</c:v>
                </c:pt>
                <c:pt idx="1370">
                  <c:v>1</c:v>
                </c:pt>
                <c:pt idx="1371">
                  <c:v>1</c:v>
                </c:pt>
                <c:pt idx="1372">
                  <c:v>1</c:v>
                </c:pt>
                <c:pt idx="1373">
                  <c:v>1</c:v>
                </c:pt>
                <c:pt idx="1374">
                  <c:v>1</c:v>
                </c:pt>
                <c:pt idx="1375">
                  <c:v>1</c:v>
                </c:pt>
                <c:pt idx="1376">
                  <c:v>1</c:v>
                </c:pt>
                <c:pt idx="1377">
                  <c:v>1</c:v>
                </c:pt>
                <c:pt idx="1378">
                  <c:v>1</c:v>
                </c:pt>
                <c:pt idx="1379">
                  <c:v>1</c:v>
                </c:pt>
                <c:pt idx="1380">
                  <c:v>1</c:v>
                </c:pt>
                <c:pt idx="1381">
                  <c:v>1</c:v>
                </c:pt>
                <c:pt idx="1382">
                  <c:v>1</c:v>
                </c:pt>
                <c:pt idx="1383">
                  <c:v>1</c:v>
                </c:pt>
                <c:pt idx="1384">
                  <c:v>1</c:v>
                </c:pt>
                <c:pt idx="1385">
                  <c:v>1</c:v>
                </c:pt>
                <c:pt idx="1386">
                  <c:v>1</c:v>
                </c:pt>
                <c:pt idx="1387">
                  <c:v>1</c:v>
                </c:pt>
                <c:pt idx="1388">
                  <c:v>1</c:v>
                </c:pt>
                <c:pt idx="1389">
                  <c:v>1</c:v>
                </c:pt>
                <c:pt idx="1390">
                  <c:v>1</c:v>
                </c:pt>
                <c:pt idx="1391">
                  <c:v>1</c:v>
                </c:pt>
                <c:pt idx="1392">
                  <c:v>1</c:v>
                </c:pt>
                <c:pt idx="1393">
                  <c:v>1</c:v>
                </c:pt>
                <c:pt idx="1394">
                  <c:v>1</c:v>
                </c:pt>
                <c:pt idx="1395">
                  <c:v>1</c:v>
                </c:pt>
                <c:pt idx="1396">
                  <c:v>1</c:v>
                </c:pt>
                <c:pt idx="1397">
                  <c:v>1</c:v>
                </c:pt>
                <c:pt idx="1398">
                  <c:v>1</c:v>
                </c:pt>
                <c:pt idx="1399">
                  <c:v>1</c:v>
                </c:pt>
                <c:pt idx="1400">
                  <c:v>1</c:v>
                </c:pt>
                <c:pt idx="1401">
                  <c:v>1</c:v>
                </c:pt>
                <c:pt idx="1402">
                  <c:v>1</c:v>
                </c:pt>
                <c:pt idx="1403">
                  <c:v>1</c:v>
                </c:pt>
                <c:pt idx="1404">
                  <c:v>1</c:v>
                </c:pt>
                <c:pt idx="1405">
                  <c:v>1</c:v>
                </c:pt>
                <c:pt idx="1406">
                  <c:v>1</c:v>
                </c:pt>
                <c:pt idx="1407">
                  <c:v>1</c:v>
                </c:pt>
                <c:pt idx="1408">
                  <c:v>1</c:v>
                </c:pt>
                <c:pt idx="1409">
                  <c:v>1</c:v>
                </c:pt>
                <c:pt idx="1410">
                  <c:v>1</c:v>
                </c:pt>
                <c:pt idx="1411">
                  <c:v>1</c:v>
                </c:pt>
                <c:pt idx="1412">
                  <c:v>1</c:v>
                </c:pt>
                <c:pt idx="1413">
                  <c:v>1</c:v>
                </c:pt>
                <c:pt idx="1414">
                  <c:v>1</c:v>
                </c:pt>
                <c:pt idx="1415">
                  <c:v>1</c:v>
                </c:pt>
                <c:pt idx="1416">
                  <c:v>1</c:v>
                </c:pt>
                <c:pt idx="1417">
                  <c:v>1</c:v>
                </c:pt>
                <c:pt idx="1418">
                  <c:v>1</c:v>
                </c:pt>
                <c:pt idx="1419">
                  <c:v>1</c:v>
                </c:pt>
                <c:pt idx="1420">
                  <c:v>1</c:v>
                </c:pt>
                <c:pt idx="1421">
                  <c:v>1</c:v>
                </c:pt>
                <c:pt idx="1422">
                  <c:v>1</c:v>
                </c:pt>
                <c:pt idx="1423">
                  <c:v>1</c:v>
                </c:pt>
                <c:pt idx="1424">
                  <c:v>1</c:v>
                </c:pt>
                <c:pt idx="1425">
                  <c:v>1</c:v>
                </c:pt>
                <c:pt idx="1426">
                  <c:v>1</c:v>
                </c:pt>
                <c:pt idx="1427">
                  <c:v>1</c:v>
                </c:pt>
                <c:pt idx="1428">
                  <c:v>1</c:v>
                </c:pt>
                <c:pt idx="1429">
                  <c:v>1</c:v>
                </c:pt>
                <c:pt idx="1430">
                  <c:v>1</c:v>
                </c:pt>
                <c:pt idx="1431">
                  <c:v>1</c:v>
                </c:pt>
                <c:pt idx="1432">
                  <c:v>1</c:v>
                </c:pt>
                <c:pt idx="1433">
                  <c:v>1</c:v>
                </c:pt>
                <c:pt idx="1434">
                  <c:v>1</c:v>
                </c:pt>
                <c:pt idx="1435">
                  <c:v>1</c:v>
                </c:pt>
                <c:pt idx="1436">
                  <c:v>1</c:v>
                </c:pt>
                <c:pt idx="1437">
                  <c:v>1</c:v>
                </c:pt>
                <c:pt idx="1438">
                  <c:v>1</c:v>
                </c:pt>
                <c:pt idx="1439">
                  <c:v>1</c:v>
                </c:pt>
                <c:pt idx="1440">
                  <c:v>1</c:v>
                </c:pt>
                <c:pt idx="1441">
                  <c:v>1</c:v>
                </c:pt>
                <c:pt idx="1442">
                  <c:v>2</c:v>
                </c:pt>
                <c:pt idx="1443">
                  <c:v>2</c:v>
                </c:pt>
                <c:pt idx="1444">
                  <c:v>2</c:v>
                </c:pt>
                <c:pt idx="1445">
                  <c:v>2</c:v>
                </c:pt>
                <c:pt idx="1446">
                  <c:v>2</c:v>
                </c:pt>
                <c:pt idx="1447">
                  <c:v>2</c:v>
                </c:pt>
                <c:pt idx="1448">
                  <c:v>2</c:v>
                </c:pt>
                <c:pt idx="1449">
                  <c:v>2</c:v>
                </c:pt>
                <c:pt idx="1450">
                  <c:v>2</c:v>
                </c:pt>
                <c:pt idx="1451">
                  <c:v>2</c:v>
                </c:pt>
                <c:pt idx="1452">
                  <c:v>2</c:v>
                </c:pt>
                <c:pt idx="1453">
                  <c:v>2</c:v>
                </c:pt>
                <c:pt idx="1454">
                  <c:v>2</c:v>
                </c:pt>
                <c:pt idx="1455">
                  <c:v>2</c:v>
                </c:pt>
                <c:pt idx="1456">
                  <c:v>2</c:v>
                </c:pt>
                <c:pt idx="1457">
                  <c:v>2</c:v>
                </c:pt>
                <c:pt idx="1458">
                  <c:v>2</c:v>
                </c:pt>
                <c:pt idx="1459">
                  <c:v>2</c:v>
                </c:pt>
                <c:pt idx="1460">
                  <c:v>2</c:v>
                </c:pt>
                <c:pt idx="1461">
                  <c:v>2</c:v>
                </c:pt>
                <c:pt idx="1462">
                  <c:v>2</c:v>
                </c:pt>
                <c:pt idx="1463">
                  <c:v>2</c:v>
                </c:pt>
                <c:pt idx="1464">
                  <c:v>2</c:v>
                </c:pt>
                <c:pt idx="1465">
                  <c:v>2</c:v>
                </c:pt>
                <c:pt idx="1466">
                  <c:v>2</c:v>
                </c:pt>
                <c:pt idx="1467">
                  <c:v>2</c:v>
                </c:pt>
                <c:pt idx="1468">
                  <c:v>2</c:v>
                </c:pt>
                <c:pt idx="1469">
                  <c:v>2</c:v>
                </c:pt>
                <c:pt idx="1470">
                  <c:v>2</c:v>
                </c:pt>
                <c:pt idx="1471">
                  <c:v>2</c:v>
                </c:pt>
                <c:pt idx="1472">
                  <c:v>2</c:v>
                </c:pt>
                <c:pt idx="1473">
                  <c:v>2</c:v>
                </c:pt>
                <c:pt idx="1474">
                  <c:v>2</c:v>
                </c:pt>
                <c:pt idx="1475">
                  <c:v>2</c:v>
                </c:pt>
                <c:pt idx="1476">
                  <c:v>2</c:v>
                </c:pt>
                <c:pt idx="1477">
                  <c:v>2</c:v>
                </c:pt>
                <c:pt idx="1478">
                  <c:v>2</c:v>
                </c:pt>
                <c:pt idx="1479">
                  <c:v>2</c:v>
                </c:pt>
                <c:pt idx="1480">
                  <c:v>2</c:v>
                </c:pt>
                <c:pt idx="1481">
                  <c:v>2</c:v>
                </c:pt>
                <c:pt idx="1482">
                  <c:v>2</c:v>
                </c:pt>
                <c:pt idx="1483">
                  <c:v>2</c:v>
                </c:pt>
                <c:pt idx="1484">
                  <c:v>2</c:v>
                </c:pt>
                <c:pt idx="1485">
                  <c:v>2</c:v>
                </c:pt>
                <c:pt idx="1486">
                  <c:v>2</c:v>
                </c:pt>
                <c:pt idx="1487">
                  <c:v>2</c:v>
                </c:pt>
                <c:pt idx="1488">
                  <c:v>2</c:v>
                </c:pt>
                <c:pt idx="1489">
                  <c:v>2</c:v>
                </c:pt>
                <c:pt idx="1490">
                  <c:v>2</c:v>
                </c:pt>
                <c:pt idx="1491">
                  <c:v>2</c:v>
                </c:pt>
                <c:pt idx="1492">
                  <c:v>2</c:v>
                </c:pt>
                <c:pt idx="1493">
                  <c:v>2</c:v>
                </c:pt>
                <c:pt idx="1494">
                  <c:v>2</c:v>
                </c:pt>
                <c:pt idx="1495">
                  <c:v>2</c:v>
                </c:pt>
                <c:pt idx="1496">
                  <c:v>2</c:v>
                </c:pt>
                <c:pt idx="1497">
                  <c:v>2</c:v>
                </c:pt>
                <c:pt idx="1498">
                  <c:v>2</c:v>
                </c:pt>
                <c:pt idx="1499">
                  <c:v>2</c:v>
                </c:pt>
                <c:pt idx="1500">
                  <c:v>2</c:v>
                </c:pt>
                <c:pt idx="1501">
                  <c:v>2</c:v>
                </c:pt>
                <c:pt idx="1502">
                  <c:v>2</c:v>
                </c:pt>
                <c:pt idx="1503">
                  <c:v>2</c:v>
                </c:pt>
                <c:pt idx="1504">
                  <c:v>3</c:v>
                </c:pt>
                <c:pt idx="1505">
                  <c:v>3</c:v>
                </c:pt>
                <c:pt idx="1506">
                  <c:v>3</c:v>
                </c:pt>
                <c:pt idx="1507">
                  <c:v>3</c:v>
                </c:pt>
                <c:pt idx="1508">
                  <c:v>3</c:v>
                </c:pt>
                <c:pt idx="1509">
                  <c:v>3</c:v>
                </c:pt>
                <c:pt idx="1510">
                  <c:v>3</c:v>
                </c:pt>
                <c:pt idx="1511">
                  <c:v>3</c:v>
                </c:pt>
                <c:pt idx="1512">
                  <c:v>3</c:v>
                </c:pt>
                <c:pt idx="1513">
                  <c:v>3</c:v>
                </c:pt>
                <c:pt idx="1514">
                  <c:v>3</c:v>
                </c:pt>
                <c:pt idx="1515">
                  <c:v>3</c:v>
                </c:pt>
                <c:pt idx="1516">
                  <c:v>3</c:v>
                </c:pt>
                <c:pt idx="1517">
                  <c:v>3</c:v>
                </c:pt>
                <c:pt idx="1518">
                  <c:v>3</c:v>
                </c:pt>
                <c:pt idx="1519">
                  <c:v>3</c:v>
                </c:pt>
                <c:pt idx="1520">
                  <c:v>3</c:v>
                </c:pt>
                <c:pt idx="1521">
                  <c:v>3</c:v>
                </c:pt>
                <c:pt idx="1522">
                  <c:v>3</c:v>
                </c:pt>
                <c:pt idx="1523">
                  <c:v>3</c:v>
                </c:pt>
                <c:pt idx="1524">
                  <c:v>3</c:v>
                </c:pt>
                <c:pt idx="1525">
                  <c:v>3</c:v>
                </c:pt>
                <c:pt idx="1526">
                  <c:v>3</c:v>
                </c:pt>
                <c:pt idx="1527">
                  <c:v>3</c:v>
                </c:pt>
                <c:pt idx="1528">
                  <c:v>3</c:v>
                </c:pt>
                <c:pt idx="1529">
                  <c:v>3</c:v>
                </c:pt>
                <c:pt idx="1530">
                  <c:v>3</c:v>
                </c:pt>
                <c:pt idx="1531">
                  <c:v>3</c:v>
                </c:pt>
                <c:pt idx="1532">
                  <c:v>3</c:v>
                </c:pt>
                <c:pt idx="1533">
                  <c:v>3</c:v>
                </c:pt>
                <c:pt idx="1534">
                  <c:v>3</c:v>
                </c:pt>
                <c:pt idx="1535">
                  <c:v>3</c:v>
                </c:pt>
                <c:pt idx="1536">
                  <c:v>3</c:v>
                </c:pt>
                <c:pt idx="1537">
                  <c:v>3</c:v>
                </c:pt>
                <c:pt idx="1538">
                  <c:v>3</c:v>
                </c:pt>
                <c:pt idx="1539">
                  <c:v>3</c:v>
                </c:pt>
                <c:pt idx="1540">
                  <c:v>3</c:v>
                </c:pt>
                <c:pt idx="1541">
                  <c:v>3</c:v>
                </c:pt>
                <c:pt idx="1542">
                  <c:v>4</c:v>
                </c:pt>
                <c:pt idx="1543">
                  <c:v>4</c:v>
                </c:pt>
                <c:pt idx="1544">
                  <c:v>4</c:v>
                </c:pt>
                <c:pt idx="1545">
                  <c:v>4</c:v>
                </c:pt>
                <c:pt idx="1546">
                  <c:v>4</c:v>
                </c:pt>
                <c:pt idx="1547">
                  <c:v>4</c:v>
                </c:pt>
                <c:pt idx="1548">
                  <c:v>4</c:v>
                </c:pt>
                <c:pt idx="1549">
                  <c:v>4</c:v>
                </c:pt>
                <c:pt idx="1550">
                  <c:v>4</c:v>
                </c:pt>
                <c:pt idx="1551">
                  <c:v>4</c:v>
                </c:pt>
                <c:pt idx="1552">
                  <c:v>4</c:v>
                </c:pt>
                <c:pt idx="1553">
                  <c:v>4</c:v>
                </c:pt>
                <c:pt idx="1554">
                  <c:v>4</c:v>
                </c:pt>
                <c:pt idx="1555">
                  <c:v>4</c:v>
                </c:pt>
                <c:pt idx="1556">
                  <c:v>4</c:v>
                </c:pt>
                <c:pt idx="1557">
                  <c:v>4</c:v>
                </c:pt>
                <c:pt idx="1558">
                  <c:v>4</c:v>
                </c:pt>
                <c:pt idx="1559">
                  <c:v>4</c:v>
                </c:pt>
                <c:pt idx="1560">
                  <c:v>4</c:v>
                </c:pt>
                <c:pt idx="1561">
                  <c:v>4</c:v>
                </c:pt>
                <c:pt idx="1562">
                  <c:v>4</c:v>
                </c:pt>
                <c:pt idx="1563">
                  <c:v>4</c:v>
                </c:pt>
                <c:pt idx="1564">
                  <c:v>4</c:v>
                </c:pt>
                <c:pt idx="1565">
                  <c:v>4</c:v>
                </c:pt>
                <c:pt idx="1566">
                  <c:v>4</c:v>
                </c:pt>
                <c:pt idx="1567">
                  <c:v>4</c:v>
                </c:pt>
                <c:pt idx="1568">
                  <c:v>4</c:v>
                </c:pt>
                <c:pt idx="1569">
                  <c:v>4</c:v>
                </c:pt>
                <c:pt idx="1570">
                  <c:v>4</c:v>
                </c:pt>
                <c:pt idx="1571">
                  <c:v>4</c:v>
                </c:pt>
                <c:pt idx="1572">
                  <c:v>4</c:v>
                </c:pt>
                <c:pt idx="1573">
                  <c:v>4</c:v>
                </c:pt>
                <c:pt idx="1574">
                  <c:v>4</c:v>
                </c:pt>
                <c:pt idx="1575">
                  <c:v>4</c:v>
                </c:pt>
                <c:pt idx="1576">
                  <c:v>5</c:v>
                </c:pt>
                <c:pt idx="1577">
                  <c:v>5</c:v>
                </c:pt>
                <c:pt idx="1578">
                  <c:v>5</c:v>
                </c:pt>
                <c:pt idx="1579">
                  <c:v>5</c:v>
                </c:pt>
                <c:pt idx="1580">
                  <c:v>5</c:v>
                </c:pt>
                <c:pt idx="1581">
                  <c:v>5</c:v>
                </c:pt>
                <c:pt idx="1582">
                  <c:v>5</c:v>
                </c:pt>
                <c:pt idx="1583">
                  <c:v>5</c:v>
                </c:pt>
                <c:pt idx="1584">
                  <c:v>5</c:v>
                </c:pt>
                <c:pt idx="1585">
                  <c:v>5</c:v>
                </c:pt>
                <c:pt idx="1586">
                  <c:v>5</c:v>
                </c:pt>
                <c:pt idx="1587">
                  <c:v>5</c:v>
                </c:pt>
                <c:pt idx="1588">
                  <c:v>5</c:v>
                </c:pt>
                <c:pt idx="1589">
                  <c:v>5</c:v>
                </c:pt>
                <c:pt idx="1590">
                  <c:v>5</c:v>
                </c:pt>
                <c:pt idx="1591">
                  <c:v>5</c:v>
                </c:pt>
                <c:pt idx="1592">
                  <c:v>5</c:v>
                </c:pt>
                <c:pt idx="1593">
                  <c:v>5</c:v>
                </c:pt>
                <c:pt idx="1594">
                  <c:v>5</c:v>
                </c:pt>
                <c:pt idx="1595">
                  <c:v>5</c:v>
                </c:pt>
                <c:pt idx="1596">
                  <c:v>5</c:v>
                </c:pt>
                <c:pt idx="1597">
                  <c:v>5</c:v>
                </c:pt>
                <c:pt idx="1598">
                  <c:v>5</c:v>
                </c:pt>
                <c:pt idx="1599">
                  <c:v>6</c:v>
                </c:pt>
                <c:pt idx="1600">
                  <c:v>6</c:v>
                </c:pt>
                <c:pt idx="1601">
                  <c:v>6</c:v>
                </c:pt>
                <c:pt idx="1602">
                  <c:v>6</c:v>
                </c:pt>
                <c:pt idx="1603">
                  <c:v>6</c:v>
                </c:pt>
                <c:pt idx="1604">
                  <c:v>6</c:v>
                </c:pt>
                <c:pt idx="1605">
                  <c:v>6</c:v>
                </c:pt>
                <c:pt idx="1606">
                  <c:v>6</c:v>
                </c:pt>
                <c:pt idx="1607">
                  <c:v>6</c:v>
                </c:pt>
                <c:pt idx="1608">
                  <c:v>6</c:v>
                </c:pt>
                <c:pt idx="1609">
                  <c:v>6</c:v>
                </c:pt>
                <c:pt idx="1610">
                  <c:v>6</c:v>
                </c:pt>
                <c:pt idx="1611">
                  <c:v>6</c:v>
                </c:pt>
                <c:pt idx="1612">
                  <c:v>6</c:v>
                </c:pt>
                <c:pt idx="1613">
                  <c:v>6</c:v>
                </c:pt>
                <c:pt idx="1614">
                  <c:v>6</c:v>
                </c:pt>
                <c:pt idx="1615">
                  <c:v>6</c:v>
                </c:pt>
                <c:pt idx="1616">
                  <c:v>6</c:v>
                </c:pt>
                <c:pt idx="1617">
                  <c:v>7</c:v>
                </c:pt>
                <c:pt idx="1618">
                  <c:v>7</c:v>
                </c:pt>
                <c:pt idx="1619">
                  <c:v>7</c:v>
                </c:pt>
                <c:pt idx="1620">
                  <c:v>7</c:v>
                </c:pt>
                <c:pt idx="1621">
                  <c:v>7</c:v>
                </c:pt>
                <c:pt idx="1622">
                  <c:v>7</c:v>
                </c:pt>
                <c:pt idx="1623">
                  <c:v>7</c:v>
                </c:pt>
                <c:pt idx="1624">
                  <c:v>7</c:v>
                </c:pt>
                <c:pt idx="1625">
                  <c:v>7</c:v>
                </c:pt>
                <c:pt idx="1626">
                  <c:v>7</c:v>
                </c:pt>
                <c:pt idx="1627">
                  <c:v>7</c:v>
                </c:pt>
                <c:pt idx="1628">
                  <c:v>7</c:v>
                </c:pt>
                <c:pt idx="1629">
                  <c:v>8</c:v>
                </c:pt>
                <c:pt idx="1630">
                  <c:v>8</c:v>
                </c:pt>
                <c:pt idx="1631">
                  <c:v>8</c:v>
                </c:pt>
                <c:pt idx="1632">
                  <c:v>8</c:v>
                </c:pt>
                <c:pt idx="1633">
                  <c:v>8</c:v>
                </c:pt>
                <c:pt idx="1634">
                  <c:v>8</c:v>
                </c:pt>
                <c:pt idx="1635">
                  <c:v>8</c:v>
                </c:pt>
                <c:pt idx="1636">
                  <c:v>8</c:v>
                </c:pt>
                <c:pt idx="1637">
                  <c:v>8</c:v>
                </c:pt>
                <c:pt idx="1638">
                  <c:v>8</c:v>
                </c:pt>
                <c:pt idx="1639">
                  <c:v>8</c:v>
                </c:pt>
                <c:pt idx="1640">
                  <c:v>8</c:v>
                </c:pt>
                <c:pt idx="1641">
                  <c:v>8</c:v>
                </c:pt>
                <c:pt idx="1642">
                  <c:v>8</c:v>
                </c:pt>
                <c:pt idx="1643">
                  <c:v>8</c:v>
                </c:pt>
                <c:pt idx="1644">
                  <c:v>8</c:v>
                </c:pt>
                <c:pt idx="1645">
                  <c:v>9</c:v>
                </c:pt>
                <c:pt idx="1646">
                  <c:v>9</c:v>
                </c:pt>
                <c:pt idx="1647">
                  <c:v>9</c:v>
                </c:pt>
                <c:pt idx="1648">
                  <c:v>9</c:v>
                </c:pt>
                <c:pt idx="1649">
                  <c:v>9</c:v>
                </c:pt>
                <c:pt idx="1650">
                  <c:v>9</c:v>
                </c:pt>
                <c:pt idx="1651">
                  <c:v>9</c:v>
                </c:pt>
                <c:pt idx="1652">
                  <c:v>9</c:v>
                </c:pt>
                <c:pt idx="1653">
                  <c:v>9</c:v>
                </c:pt>
                <c:pt idx="1654">
                  <c:v>9</c:v>
                </c:pt>
                <c:pt idx="1655">
                  <c:v>9</c:v>
                </c:pt>
                <c:pt idx="1656">
                  <c:v>9</c:v>
                </c:pt>
                <c:pt idx="1657">
                  <c:v>9</c:v>
                </c:pt>
                <c:pt idx="1658">
                  <c:v>9</c:v>
                </c:pt>
                <c:pt idx="1659">
                  <c:v>10</c:v>
                </c:pt>
                <c:pt idx="1660">
                  <c:v>10</c:v>
                </c:pt>
                <c:pt idx="1661">
                  <c:v>10</c:v>
                </c:pt>
                <c:pt idx="1662">
                  <c:v>10</c:v>
                </c:pt>
                <c:pt idx="1663">
                  <c:v>10</c:v>
                </c:pt>
                <c:pt idx="1664">
                  <c:v>10</c:v>
                </c:pt>
                <c:pt idx="1665">
                  <c:v>10</c:v>
                </c:pt>
                <c:pt idx="1666">
                  <c:v>10</c:v>
                </c:pt>
                <c:pt idx="1667">
                  <c:v>10</c:v>
                </c:pt>
                <c:pt idx="1668">
                  <c:v>10</c:v>
                </c:pt>
                <c:pt idx="1669">
                  <c:v>10</c:v>
                </c:pt>
                <c:pt idx="1670">
                  <c:v>10</c:v>
                </c:pt>
                <c:pt idx="1671">
                  <c:v>10</c:v>
                </c:pt>
                <c:pt idx="1672">
                  <c:v>10</c:v>
                </c:pt>
                <c:pt idx="1673">
                  <c:v>10</c:v>
                </c:pt>
                <c:pt idx="1674">
                  <c:v>11</c:v>
                </c:pt>
                <c:pt idx="1675">
                  <c:v>11</c:v>
                </c:pt>
                <c:pt idx="1676">
                  <c:v>11</c:v>
                </c:pt>
                <c:pt idx="1677">
                  <c:v>11</c:v>
                </c:pt>
                <c:pt idx="1678">
                  <c:v>11</c:v>
                </c:pt>
                <c:pt idx="1679">
                  <c:v>11</c:v>
                </c:pt>
                <c:pt idx="1680">
                  <c:v>11</c:v>
                </c:pt>
                <c:pt idx="1681">
                  <c:v>12</c:v>
                </c:pt>
                <c:pt idx="1682">
                  <c:v>12</c:v>
                </c:pt>
                <c:pt idx="1683">
                  <c:v>12</c:v>
                </c:pt>
                <c:pt idx="1684">
                  <c:v>12</c:v>
                </c:pt>
                <c:pt idx="1685">
                  <c:v>12</c:v>
                </c:pt>
                <c:pt idx="1686">
                  <c:v>12</c:v>
                </c:pt>
                <c:pt idx="1687">
                  <c:v>12</c:v>
                </c:pt>
                <c:pt idx="1688">
                  <c:v>13</c:v>
                </c:pt>
                <c:pt idx="1689">
                  <c:v>13</c:v>
                </c:pt>
                <c:pt idx="1690">
                  <c:v>13</c:v>
                </c:pt>
                <c:pt idx="1691">
                  <c:v>13</c:v>
                </c:pt>
                <c:pt idx="1692">
                  <c:v>13</c:v>
                </c:pt>
                <c:pt idx="1693">
                  <c:v>13</c:v>
                </c:pt>
                <c:pt idx="1694">
                  <c:v>13</c:v>
                </c:pt>
                <c:pt idx="1695">
                  <c:v>14</c:v>
                </c:pt>
                <c:pt idx="1696">
                  <c:v>14</c:v>
                </c:pt>
                <c:pt idx="1697">
                  <c:v>14</c:v>
                </c:pt>
                <c:pt idx="1698">
                  <c:v>14</c:v>
                </c:pt>
                <c:pt idx="1699">
                  <c:v>14</c:v>
                </c:pt>
                <c:pt idx="1700">
                  <c:v>14</c:v>
                </c:pt>
                <c:pt idx="1701">
                  <c:v>14</c:v>
                </c:pt>
                <c:pt idx="1702">
                  <c:v>14</c:v>
                </c:pt>
                <c:pt idx="1703">
                  <c:v>14</c:v>
                </c:pt>
                <c:pt idx="1704">
                  <c:v>14</c:v>
                </c:pt>
                <c:pt idx="1705">
                  <c:v>14</c:v>
                </c:pt>
                <c:pt idx="1706">
                  <c:v>15</c:v>
                </c:pt>
                <c:pt idx="1707">
                  <c:v>15</c:v>
                </c:pt>
                <c:pt idx="1708">
                  <c:v>15</c:v>
                </c:pt>
                <c:pt idx="1709">
                  <c:v>16</c:v>
                </c:pt>
                <c:pt idx="1710">
                  <c:v>16</c:v>
                </c:pt>
                <c:pt idx="1711">
                  <c:v>16</c:v>
                </c:pt>
                <c:pt idx="1712">
                  <c:v>16</c:v>
                </c:pt>
                <c:pt idx="1713">
                  <c:v>16</c:v>
                </c:pt>
                <c:pt idx="1714">
                  <c:v>16</c:v>
                </c:pt>
                <c:pt idx="1715">
                  <c:v>16</c:v>
                </c:pt>
                <c:pt idx="1716">
                  <c:v>16</c:v>
                </c:pt>
                <c:pt idx="1717">
                  <c:v>17</c:v>
                </c:pt>
                <c:pt idx="1718">
                  <c:v>17</c:v>
                </c:pt>
                <c:pt idx="1719">
                  <c:v>18</c:v>
                </c:pt>
                <c:pt idx="1720">
                  <c:v>18</c:v>
                </c:pt>
                <c:pt idx="1721">
                  <c:v>18</c:v>
                </c:pt>
                <c:pt idx="1722">
                  <c:v>19</c:v>
                </c:pt>
                <c:pt idx="1723">
                  <c:v>19</c:v>
                </c:pt>
                <c:pt idx="1724">
                  <c:v>19</c:v>
                </c:pt>
                <c:pt idx="1725">
                  <c:v>19</c:v>
                </c:pt>
                <c:pt idx="1726">
                  <c:v>19</c:v>
                </c:pt>
                <c:pt idx="1727">
                  <c:v>20</c:v>
                </c:pt>
                <c:pt idx="1728">
                  <c:v>20</c:v>
                </c:pt>
                <c:pt idx="1729">
                  <c:v>20</c:v>
                </c:pt>
                <c:pt idx="1730">
                  <c:v>21</c:v>
                </c:pt>
                <c:pt idx="1731">
                  <c:v>21</c:v>
                </c:pt>
                <c:pt idx="1732">
                  <c:v>21</c:v>
                </c:pt>
                <c:pt idx="1733">
                  <c:v>21</c:v>
                </c:pt>
                <c:pt idx="1734">
                  <c:v>21</c:v>
                </c:pt>
                <c:pt idx="1735">
                  <c:v>21</c:v>
                </c:pt>
                <c:pt idx="1736">
                  <c:v>22</c:v>
                </c:pt>
                <c:pt idx="1737">
                  <c:v>22</c:v>
                </c:pt>
                <c:pt idx="1738">
                  <c:v>22</c:v>
                </c:pt>
                <c:pt idx="1739">
                  <c:v>22</c:v>
                </c:pt>
                <c:pt idx="1740">
                  <c:v>22</c:v>
                </c:pt>
                <c:pt idx="1741">
                  <c:v>23</c:v>
                </c:pt>
                <c:pt idx="1742">
                  <c:v>23</c:v>
                </c:pt>
                <c:pt idx="1743">
                  <c:v>23</c:v>
                </c:pt>
                <c:pt idx="1744">
                  <c:v>24</c:v>
                </c:pt>
                <c:pt idx="1745">
                  <c:v>24</c:v>
                </c:pt>
                <c:pt idx="1746">
                  <c:v>24</c:v>
                </c:pt>
                <c:pt idx="1747">
                  <c:v>25</c:v>
                </c:pt>
                <c:pt idx="1748">
                  <c:v>25</c:v>
                </c:pt>
                <c:pt idx="1749">
                  <c:v>25</c:v>
                </c:pt>
                <c:pt idx="1750">
                  <c:v>25</c:v>
                </c:pt>
                <c:pt idx="1751">
                  <c:v>25</c:v>
                </c:pt>
                <c:pt idx="1752">
                  <c:v>25</c:v>
                </c:pt>
                <c:pt idx="1753">
                  <c:v>25</c:v>
                </c:pt>
                <c:pt idx="1754">
                  <c:v>26</c:v>
                </c:pt>
                <c:pt idx="1755">
                  <c:v>26</c:v>
                </c:pt>
                <c:pt idx="1756">
                  <c:v>26</c:v>
                </c:pt>
                <c:pt idx="1757">
                  <c:v>26</c:v>
                </c:pt>
                <c:pt idx="1758">
                  <c:v>26</c:v>
                </c:pt>
                <c:pt idx="1759">
                  <c:v>26</c:v>
                </c:pt>
                <c:pt idx="1760">
                  <c:v>27</c:v>
                </c:pt>
                <c:pt idx="1761">
                  <c:v>27</c:v>
                </c:pt>
                <c:pt idx="1762">
                  <c:v>27</c:v>
                </c:pt>
                <c:pt idx="1763">
                  <c:v>27</c:v>
                </c:pt>
                <c:pt idx="1764">
                  <c:v>28</c:v>
                </c:pt>
                <c:pt idx="1765">
                  <c:v>28</c:v>
                </c:pt>
                <c:pt idx="1766">
                  <c:v>28</c:v>
                </c:pt>
                <c:pt idx="1767">
                  <c:v>29</c:v>
                </c:pt>
                <c:pt idx="1768">
                  <c:v>29</c:v>
                </c:pt>
                <c:pt idx="1769">
                  <c:v>30</c:v>
                </c:pt>
                <c:pt idx="1770">
                  <c:v>31</c:v>
                </c:pt>
                <c:pt idx="1771">
                  <c:v>32</c:v>
                </c:pt>
                <c:pt idx="1772">
                  <c:v>32</c:v>
                </c:pt>
                <c:pt idx="1773">
                  <c:v>32</c:v>
                </c:pt>
                <c:pt idx="1774">
                  <c:v>32</c:v>
                </c:pt>
                <c:pt idx="1775">
                  <c:v>34</c:v>
                </c:pt>
                <c:pt idx="1776">
                  <c:v>34</c:v>
                </c:pt>
                <c:pt idx="1777">
                  <c:v>35</c:v>
                </c:pt>
                <c:pt idx="1778">
                  <c:v>35</c:v>
                </c:pt>
                <c:pt idx="1779">
                  <c:v>35</c:v>
                </c:pt>
                <c:pt idx="1780">
                  <c:v>35</c:v>
                </c:pt>
                <c:pt idx="1781">
                  <c:v>36</c:v>
                </c:pt>
                <c:pt idx="1782">
                  <c:v>36</c:v>
                </c:pt>
                <c:pt idx="1783">
                  <c:v>36</c:v>
                </c:pt>
                <c:pt idx="1784">
                  <c:v>36</c:v>
                </c:pt>
                <c:pt idx="1785">
                  <c:v>37</c:v>
                </c:pt>
                <c:pt idx="1786">
                  <c:v>37</c:v>
                </c:pt>
                <c:pt idx="1787">
                  <c:v>37</c:v>
                </c:pt>
                <c:pt idx="1788">
                  <c:v>38</c:v>
                </c:pt>
                <c:pt idx="1789">
                  <c:v>38</c:v>
                </c:pt>
                <c:pt idx="1790">
                  <c:v>39</c:v>
                </c:pt>
                <c:pt idx="1791">
                  <c:v>39</c:v>
                </c:pt>
                <c:pt idx="1792">
                  <c:v>40</c:v>
                </c:pt>
                <c:pt idx="1793">
                  <c:v>40</c:v>
                </c:pt>
                <c:pt idx="1794">
                  <c:v>40</c:v>
                </c:pt>
                <c:pt idx="1795">
                  <c:v>41</c:v>
                </c:pt>
                <c:pt idx="1796">
                  <c:v>42</c:v>
                </c:pt>
                <c:pt idx="1797">
                  <c:v>42</c:v>
                </c:pt>
                <c:pt idx="1798">
                  <c:v>42</c:v>
                </c:pt>
                <c:pt idx="1799">
                  <c:v>42</c:v>
                </c:pt>
                <c:pt idx="1800">
                  <c:v>43</c:v>
                </c:pt>
                <c:pt idx="1801">
                  <c:v>43</c:v>
                </c:pt>
                <c:pt idx="1802">
                  <c:v>43</c:v>
                </c:pt>
                <c:pt idx="1803">
                  <c:v>45</c:v>
                </c:pt>
                <c:pt idx="1804">
                  <c:v>46</c:v>
                </c:pt>
                <c:pt idx="1805">
                  <c:v>46</c:v>
                </c:pt>
                <c:pt idx="1806">
                  <c:v>46</c:v>
                </c:pt>
                <c:pt idx="1807">
                  <c:v>46</c:v>
                </c:pt>
                <c:pt idx="1808">
                  <c:v>47</c:v>
                </c:pt>
                <c:pt idx="1809">
                  <c:v>48</c:v>
                </c:pt>
                <c:pt idx="1810">
                  <c:v>49</c:v>
                </c:pt>
                <c:pt idx="1811">
                  <c:v>49</c:v>
                </c:pt>
                <c:pt idx="1812">
                  <c:v>50</c:v>
                </c:pt>
                <c:pt idx="1813">
                  <c:v>50</c:v>
                </c:pt>
                <c:pt idx="1814">
                  <c:v>50</c:v>
                </c:pt>
                <c:pt idx="1815">
                  <c:v>51</c:v>
                </c:pt>
                <c:pt idx="1816">
                  <c:v>51</c:v>
                </c:pt>
                <c:pt idx="1817">
                  <c:v>52</c:v>
                </c:pt>
                <c:pt idx="1818">
                  <c:v>53</c:v>
                </c:pt>
                <c:pt idx="1819">
                  <c:v>54</c:v>
                </c:pt>
                <c:pt idx="1820">
                  <c:v>54</c:v>
                </c:pt>
                <c:pt idx="1821">
                  <c:v>56</c:v>
                </c:pt>
                <c:pt idx="1822">
                  <c:v>57</c:v>
                </c:pt>
                <c:pt idx="1823">
                  <c:v>57</c:v>
                </c:pt>
                <c:pt idx="1824">
                  <c:v>57</c:v>
                </c:pt>
                <c:pt idx="1825">
                  <c:v>58</c:v>
                </c:pt>
                <c:pt idx="1826">
                  <c:v>58</c:v>
                </c:pt>
                <c:pt idx="1827">
                  <c:v>60</c:v>
                </c:pt>
                <c:pt idx="1828">
                  <c:v>60</c:v>
                </c:pt>
                <c:pt idx="1829">
                  <c:v>60</c:v>
                </c:pt>
                <c:pt idx="1830">
                  <c:v>61</c:v>
                </c:pt>
                <c:pt idx="1831">
                  <c:v>61</c:v>
                </c:pt>
                <c:pt idx="1832">
                  <c:v>61</c:v>
                </c:pt>
                <c:pt idx="1833">
                  <c:v>62</c:v>
                </c:pt>
                <c:pt idx="1834">
                  <c:v>62</c:v>
                </c:pt>
                <c:pt idx="1835">
                  <c:v>65</c:v>
                </c:pt>
                <c:pt idx="1836">
                  <c:v>66</c:v>
                </c:pt>
                <c:pt idx="1837">
                  <c:v>67</c:v>
                </c:pt>
                <c:pt idx="1838">
                  <c:v>68</c:v>
                </c:pt>
                <c:pt idx="1839">
                  <c:v>71</c:v>
                </c:pt>
                <c:pt idx="1840">
                  <c:v>71</c:v>
                </c:pt>
                <c:pt idx="1841">
                  <c:v>72</c:v>
                </c:pt>
                <c:pt idx="1842">
                  <c:v>73</c:v>
                </c:pt>
                <c:pt idx="1843">
                  <c:v>74</c:v>
                </c:pt>
                <c:pt idx="1844">
                  <c:v>75</c:v>
                </c:pt>
                <c:pt idx="1845">
                  <c:v>79</c:v>
                </c:pt>
                <c:pt idx="1846">
                  <c:v>80</c:v>
                </c:pt>
                <c:pt idx="1847">
                  <c:v>82</c:v>
                </c:pt>
                <c:pt idx="1848">
                  <c:v>83</c:v>
                </c:pt>
                <c:pt idx="1849">
                  <c:v>84</c:v>
                </c:pt>
                <c:pt idx="1850">
                  <c:v>89</c:v>
                </c:pt>
                <c:pt idx="1851">
                  <c:v>93</c:v>
                </c:pt>
                <c:pt idx="1852">
                  <c:v>95</c:v>
                </c:pt>
                <c:pt idx="1853">
                  <c:v>97</c:v>
                </c:pt>
                <c:pt idx="1854">
                  <c:v>97</c:v>
                </c:pt>
                <c:pt idx="1855">
                  <c:v>97</c:v>
                </c:pt>
                <c:pt idx="1856">
                  <c:v>97</c:v>
                </c:pt>
                <c:pt idx="1857">
                  <c:v>97</c:v>
                </c:pt>
                <c:pt idx="1858">
                  <c:v>99</c:v>
                </c:pt>
                <c:pt idx="1859">
                  <c:v>102</c:v>
                </c:pt>
                <c:pt idx="1860">
                  <c:v>102</c:v>
                </c:pt>
                <c:pt idx="1861">
                  <c:v>103</c:v>
                </c:pt>
                <c:pt idx="1862">
                  <c:v>112</c:v>
                </c:pt>
                <c:pt idx="1863">
                  <c:v>112</c:v>
                </c:pt>
                <c:pt idx="1864">
                  <c:v>116</c:v>
                </c:pt>
                <c:pt idx="1865">
                  <c:v>123</c:v>
                </c:pt>
                <c:pt idx="1866">
                  <c:v>126</c:v>
                </c:pt>
                <c:pt idx="1867">
                  <c:v>126</c:v>
                </c:pt>
                <c:pt idx="1868">
                  <c:v>128</c:v>
                </c:pt>
                <c:pt idx="1869">
                  <c:v>133</c:v>
                </c:pt>
                <c:pt idx="1870">
                  <c:v>134</c:v>
                </c:pt>
                <c:pt idx="1871">
                  <c:v>136</c:v>
                </c:pt>
                <c:pt idx="1872">
                  <c:v>137</c:v>
                </c:pt>
                <c:pt idx="1873">
                  <c:v>144</c:v>
                </c:pt>
                <c:pt idx="1874">
                  <c:v>153</c:v>
                </c:pt>
                <c:pt idx="1875">
                  <c:v>158</c:v>
                </c:pt>
                <c:pt idx="1876">
                  <c:v>159</c:v>
                </c:pt>
                <c:pt idx="1877">
                  <c:v>164</c:v>
                </c:pt>
                <c:pt idx="1878">
                  <c:v>170</c:v>
                </c:pt>
                <c:pt idx="1879">
                  <c:v>179</c:v>
                </c:pt>
                <c:pt idx="1880">
                  <c:v>184</c:v>
                </c:pt>
                <c:pt idx="1881">
                  <c:v>208</c:v>
                </c:pt>
                <c:pt idx="1882">
                  <c:v>228</c:v>
                </c:pt>
                <c:pt idx="1883">
                  <c:v>253</c:v>
                </c:pt>
                <c:pt idx="1884">
                  <c:v>256</c:v>
                </c:pt>
                <c:pt idx="1885">
                  <c:v>257</c:v>
                </c:pt>
                <c:pt idx="1886">
                  <c:v>270</c:v>
                </c:pt>
                <c:pt idx="1887">
                  <c:v>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1A-451F-9496-48E026302A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98606048"/>
        <c:axId val="1698606528"/>
      </c:barChart>
      <c:catAx>
        <c:axId val="1698606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98606528"/>
        <c:crosses val="autoZero"/>
        <c:auto val="1"/>
        <c:lblAlgn val="ctr"/>
        <c:lblOffset val="100"/>
        <c:noMultiLvlLbl val="0"/>
      </c:catAx>
      <c:valAx>
        <c:axId val="1698606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9860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v>Somme de sept TD-TR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15</c:v>
              </c:pt>
            </c:numLit>
          </c:val>
          <c:extLst>
            <c:ext xmlns:c16="http://schemas.microsoft.com/office/drawing/2014/chart" uri="{C3380CC4-5D6E-409C-BE32-E72D297353CC}">
              <c16:uniqueId val="{00000000-D3ED-45AB-B956-4713064F0F4B}"/>
            </c:ext>
          </c:extLst>
        </c:ser>
        <c:ser>
          <c:idx val="1"/>
          <c:order val="1"/>
          <c:tx>
            <c:v>Somme de juin TD-TR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-75</c:v>
              </c:pt>
            </c:numLit>
          </c:val>
          <c:extLst>
            <c:ext xmlns:c16="http://schemas.microsoft.com/office/drawing/2014/chart" uri="{C3380CC4-5D6E-409C-BE32-E72D297353CC}">
              <c16:uniqueId val="{00000001-D3ED-45AB-B956-4713064F0F4B}"/>
            </c:ext>
          </c:extLst>
        </c:ser>
        <c:ser>
          <c:idx val="2"/>
          <c:order val="2"/>
          <c:tx>
            <c:v>Somme de juilet TD-TR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-124</c:v>
              </c:pt>
            </c:numLit>
          </c:val>
          <c:extLst>
            <c:ext xmlns:c16="http://schemas.microsoft.com/office/drawing/2014/chart" uri="{C3380CC4-5D6E-409C-BE32-E72D297353CC}">
              <c16:uniqueId val="{00000002-D3ED-45AB-B956-4713064F0F4B}"/>
            </c:ext>
          </c:extLst>
        </c:ser>
        <c:ser>
          <c:idx val="3"/>
          <c:order val="3"/>
          <c:tx>
            <c:v>Somme de aout TD-TR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Lit>
              <c:ptCount val="1"/>
              <c:pt idx="0">
                <c:v>Total</c:v>
              </c:pt>
            </c:strLit>
          </c:cat>
          <c:val>
            <c:numLit>
              <c:formatCode>General</c:formatCode>
              <c:ptCount val="1"/>
              <c:pt idx="0">
                <c:v>-183</c:v>
              </c:pt>
            </c:numLit>
          </c:val>
          <c:extLst>
            <c:ext xmlns:c16="http://schemas.microsoft.com/office/drawing/2014/chart" uri="{C3380CC4-5D6E-409C-BE32-E72D297353CC}">
              <c16:uniqueId val="{00000003-D3ED-45AB-B956-4713064F0F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68171296"/>
        <c:axId val="1668161696"/>
      </c:barChart>
      <c:catAx>
        <c:axId val="1668171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61696"/>
        <c:crosses val="autoZero"/>
        <c:auto val="1"/>
        <c:lblAlgn val="ctr"/>
        <c:lblOffset val="100"/>
        <c:noMultiLvlLbl val="0"/>
      </c:catAx>
      <c:valAx>
        <c:axId val="16681616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668171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  <c:extLst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587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>
            <a:alpha val="70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1600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 spc="20" baseline="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FD6A35-0214-BE0D-DF7F-8887736A2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8F5BE98-CC9A-B644-0F34-2E85944B0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53244-2301-DD63-BE64-9237FF4E3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611811-6E57-52EB-3EB7-CD120DC49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7C4487-8F0B-BF3B-C0F9-BA98239B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955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3C2CC-B12B-BDBC-714C-2C582853D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99A7C4-5366-25E3-8E4F-624D03EFD2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37E18C-7AD6-09EC-D96B-8252439E5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4AE568-3F27-F5EE-5DBF-0FCEDF2CB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E54EA9-B978-5810-D2AD-D7FAC30A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1705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1018FF-DBB2-1ACF-C6BE-28B956525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5E5E8D-ECD3-FF65-D01E-AFD0A167A5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6DB652-9467-9CBF-D382-F257C5D4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C010B2-5414-6251-20B7-69A6D2E38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FB738C-FB4A-855D-8A2C-F1E0041B0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034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777C07-2138-49A6-D38C-11AA685BC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4FC1C7-5BEF-EB41-7476-87BE8849D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F4A6223-FE49-2E20-C15E-51A9ADCBA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78903A1-DA22-594A-66A9-0887E9F0F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D10E0D-60CC-2102-FD77-2B873CAFA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6425AC-9CB1-7829-E131-21D235DFF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222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101A56-642B-38F9-E77D-7957E15C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1ED2BA-47CC-5601-96CD-8576A8FA8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6C38F0E-9BB8-D75B-9F3F-EFDC71FB30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F2FE9D3-5193-8927-D769-B647FFABF6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A587C1-709F-A3DB-5B22-DF6C87E96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C27CB30-4603-8E02-4D83-AA3647611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D557E14-F3FF-B290-2121-E80C65FBE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53DFE9C-BFE7-34A0-ECE8-606C00767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4338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4F8468-FD16-F58C-ABEC-AA2DE67C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6AAA996-3166-C03D-24CE-BAE46E49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4A56587-063E-EF3C-E6C4-AF937A96D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349EB4-D733-2222-AB4C-2C83C7984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197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FF01751-7503-1071-DDBE-2AECFA8D7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1B732D2-065F-B5F7-7CBD-3EB3BF7EA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F1E75F-6BC6-4F9B-DA86-7FF54A7A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954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8C1AB-FE6D-025F-4319-3E9326B74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0B31D-B147-EC72-1DB6-711CC544A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30AE297-2C4C-51C4-5B77-42F33BFD2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DD69AA5-BCD9-AA14-280D-4C200BA33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7EC31D4-BC65-AF79-6AEF-295840274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A4EC177-1260-6080-56AB-36C617521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7805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65C82D-E190-B7A5-BBC6-C180F67F4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B5D4205-36A9-538C-6140-8D1544F62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4179F52-5930-3658-6DFB-17E90E1EB0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10B84-9843-859B-7044-AE5FFBFCF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78A7D7-F7F8-5317-B8A0-0C9E8BC68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EFC9ECB-9F6B-BA31-E397-1E57B87A1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693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9E80-2C88-CDA1-9B3D-C604521EC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419EE2B-63D6-2959-1300-C6494A6D9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C22BBF-A0F0-F61D-7161-1AA548368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F795C12-172B-C0D1-C864-7B2666CAC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E1C6BC-AA5D-96EB-D4E6-2809E433F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869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A5D28B6-B0B9-C5F0-FB95-7982E2049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C0D28-3A21-B50C-FBDF-6DE75F286A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0A88A8-5325-81D5-A975-576BA29E1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CA0335-40D8-B09D-7622-845A58A90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5FB3C0-CAE4-7FF3-AF43-F803785C1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259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5F90DB3-5B11-3BD1-075E-AE680C2ED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996D788-44CE-D208-192D-807EF853D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288EAA-B955-C316-844F-A56FD930BC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46EFF5-3DB8-4B94-A762-F3B404AB4CE0}" type="datetimeFigureOut">
              <a:rPr lang="fr-FR" smtClean="0"/>
              <a:t>25/05/2026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625966-DBA0-D2FA-2C01-21088A56C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9C9DD9-2B80-3819-937D-22F901242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C42411-2750-46E7-A0EF-AC0DFBCA4C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4686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0618B95A-5145-FBF8-6BE6-4451CD98DDA6}"/>
              </a:ext>
            </a:extLst>
          </p:cNvPr>
          <p:cNvSpPr txBox="1"/>
          <p:nvPr/>
        </p:nvSpPr>
        <p:spPr>
          <a:xfrm>
            <a:off x="3048000" y="2832846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 err="1">
                <a:effectLst/>
              </a:rPr>
              <a:t>Cyclistic</a:t>
            </a:r>
            <a:r>
              <a:rPr lang="fr-FR" b="1" dirty="0">
                <a:effectLst/>
              </a:rPr>
              <a:t> – Analyse des usages 2025</a:t>
            </a:r>
            <a:r>
              <a:rPr lang="fr-FR" dirty="0">
                <a:effectLst/>
              </a:rPr>
              <a:t> </a:t>
            </a:r>
            <a:r>
              <a:rPr lang="fr-FR" i="1" dirty="0">
                <a:effectLst/>
              </a:rPr>
              <a:t>Étude comportementale des utilisateurs du service de vélos en libre-service</a:t>
            </a:r>
            <a:endParaRPr lang="fr-FR" dirty="0"/>
          </a:p>
          <a:p>
            <a:r>
              <a:rPr lang="fr-FR" dirty="0">
                <a:effectLst/>
              </a:rPr>
              <a:t>Présenté par </a:t>
            </a:r>
            <a:r>
              <a:rPr lang="fr-FR" b="1" dirty="0">
                <a:effectLst/>
              </a:rPr>
              <a:t>Loïc CIPRIOTTI</a:t>
            </a:r>
            <a:r>
              <a:rPr lang="fr-FR" dirty="0">
                <a:effectLst/>
              </a:rPr>
              <a:t> 16 mai 2026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4073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oneTexte 12">
            <a:extLst>
              <a:ext uri="{FF2B5EF4-FFF2-40B4-BE49-F238E27FC236}">
                <a16:creationId xmlns:a16="http://schemas.microsoft.com/office/drawing/2014/main" id="{76D20FF6-750A-024F-1CA3-9E4242D7AC20}"/>
              </a:ext>
            </a:extLst>
          </p:cNvPr>
          <p:cNvSpPr txBox="1"/>
          <p:nvPr/>
        </p:nvSpPr>
        <p:spPr>
          <a:xfrm>
            <a:off x="3048000" y="269434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effectLst/>
              </a:rPr>
              <a:t>Service </a:t>
            </a:r>
            <a:r>
              <a:rPr lang="fr-FR" b="1" dirty="0" err="1">
                <a:effectLst/>
              </a:rPr>
              <a:t>Cyclistic</a:t>
            </a:r>
            <a:r>
              <a:rPr lang="fr-FR" b="1" dirty="0">
                <a:effectLst/>
              </a:rPr>
              <a:t> – Informations générales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Service disponible </a:t>
            </a:r>
            <a:r>
              <a:rPr lang="fr-FR" b="1" dirty="0">
                <a:effectLst/>
              </a:rPr>
              <a:t>24h/24 – 7j/7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b="1" dirty="0">
                <a:effectLst/>
              </a:rPr>
              <a:t>1888 stations</a:t>
            </a:r>
            <a:r>
              <a:rPr lang="fr-FR" dirty="0">
                <a:effectLst/>
              </a:rPr>
              <a:t> réparties dans toute la ville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Deux types de vélos : </a:t>
            </a:r>
            <a:r>
              <a:rPr lang="fr-FR" b="1" dirty="0">
                <a:effectLst/>
              </a:rPr>
              <a:t>classiques</a:t>
            </a:r>
            <a:r>
              <a:rPr lang="fr-FR" dirty="0">
                <a:effectLst/>
              </a:rPr>
              <a:t> et </a:t>
            </a:r>
            <a:r>
              <a:rPr lang="fr-FR" b="1" dirty="0">
                <a:effectLst/>
              </a:rPr>
              <a:t>électriques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Utilisation possible </a:t>
            </a:r>
            <a:r>
              <a:rPr lang="fr-FR" b="1" dirty="0">
                <a:effectLst/>
              </a:rPr>
              <a:t>avec ou sans abonnement</a:t>
            </a: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9258365-C2F3-1667-5422-4645CB61A9DC}"/>
              </a:ext>
            </a:extLst>
          </p:cNvPr>
          <p:cNvSpPr txBox="1"/>
          <p:nvPr/>
        </p:nvSpPr>
        <p:spPr>
          <a:xfrm>
            <a:off x="3048000" y="113078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Rappels clés</a:t>
            </a:r>
          </a:p>
        </p:txBody>
      </p:sp>
    </p:spTree>
    <p:extLst>
      <p:ext uri="{BB962C8B-B14F-4D97-AF65-F5344CB8AC3E}">
        <p14:creationId xmlns:p14="http://schemas.microsoft.com/office/powerpoint/2010/main" val="2012651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17D169-C051-CC00-B7B5-224E60CA3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D39810A-A473-3704-8813-71C2379FBC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Contexte &amp; objectifs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Présentation des données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Analyse comportementale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Conclusions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Recommandations</a:t>
            </a:r>
          </a:p>
        </p:txBody>
      </p:sp>
    </p:spTree>
    <p:extLst>
      <p:ext uri="{BB962C8B-B14F-4D97-AF65-F5344CB8AC3E}">
        <p14:creationId xmlns:p14="http://schemas.microsoft.com/office/powerpoint/2010/main" val="3196161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ZoneTexte 9">
            <a:extLst>
              <a:ext uri="{FF2B5EF4-FFF2-40B4-BE49-F238E27FC236}">
                <a16:creationId xmlns:a16="http://schemas.microsoft.com/office/drawing/2014/main" id="{078903B6-C333-8F26-B567-2F5A322C4197}"/>
              </a:ext>
            </a:extLst>
          </p:cNvPr>
          <p:cNvSpPr txBox="1"/>
          <p:nvPr/>
        </p:nvSpPr>
        <p:spPr>
          <a:xfrm>
            <a:off x="3048000" y="227884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Objectif de l’étude</a:t>
            </a:r>
          </a:p>
          <a:p>
            <a:r>
              <a:rPr lang="fr-FR" dirty="0">
                <a:effectLst/>
              </a:rPr>
              <a:t>Analyser les données d’utilisation 2025 afin d’identifier les </a:t>
            </a:r>
            <a:r>
              <a:rPr lang="fr-FR" b="1" dirty="0">
                <a:effectLst/>
              </a:rPr>
              <a:t>habitudes comportementales</a:t>
            </a:r>
            <a:r>
              <a:rPr lang="fr-FR" dirty="0">
                <a:effectLst/>
              </a:rPr>
              <a:t> des utilisateurs et d’améliorer :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l’offre de vélos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la répartition des stations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les stratégies d’abonnement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l’expérience globale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35EE692-636E-1519-D382-FB7BD7F675C1}"/>
              </a:ext>
            </a:extLst>
          </p:cNvPr>
          <p:cNvSpPr txBox="1"/>
          <p:nvPr/>
        </p:nvSpPr>
        <p:spPr>
          <a:xfrm>
            <a:off x="3048000" y="7297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Contexte</a:t>
            </a:r>
          </a:p>
        </p:txBody>
      </p:sp>
    </p:spTree>
    <p:extLst>
      <p:ext uri="{BB962C8B-B14F-4D97-AF65-F5344CB8AC3E}">
        <p14:creationId xmlns:p14="http://schemas.microsoft.com/office/powerpoint/2010/main" val="1972986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86E37-5D2C-0BF6-676B-4D1BCEB1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Répartition des usages</a:t>
            </a:r>
            <a:br>
              <a:rPr lang="fr-FR" dirty="0"/>
            </a:b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CC3370D2-10B2-A310-680B-DA8D1DAF10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94088026"/>
              </p:ext>
            </p:extLst>
          </p:nvPr>
        </p:nvGraphicFramePr>
        <p:xfrm>
          <a:off x="4416725" y="1394891"/>
          <a:ext cx="7638559" cy="40682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E56EE1E-D8D7-4865-5140-BB58A3EC7837}"/>
              </a:ext>
            </a:extLst>
          </p:cNvPr>
          <p:cNvSpPr txBox="1"/>
          <p:nvPr/>
        </p:nvSpPr>
        <p:spPr>
          <a:xfrm>
            <a:off x="319177" y="2635521"/>
            <a:ext cx="4097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Vélos électriques/classiques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52,59% électriques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47,41% classiques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3F9E09-831D-44AD-20C5-C16479AE5490}"/>
              </a:ext>
            </a:extLst>
          </p:cNvPr>
          <p:cNvSpPr txBox="1"/>
          <p:nvPr/>
        </p:nvSpPr>
        <p:spPr>
          <a:xfrm>
            <a:off x="319177" y="3760814"/>
            <a:ext cx="40975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Utilisateur abonnés/occasionnels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64,17% abonnés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35,83% occasionnels 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7B23D65-9712-97EB-0B78-54025734FB2E}"/>
              </a:ext>
            </a:extLst>
          </p:cNvPr>
          <p:cNvSpPr txBox="1"/>
          <p:nvPr/>
        </p:nvSpPr>
        <p:spPr>
          <a:xfrm>
            <a:off x="319177" y="1690688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Points clés</a:t>
            </a:r>
          </a:p>
        </p:txBody>
      </p:sp>
    </p:spTree>
    <p:extLst>
      <p:ext uri="{BB962C8B-B14F-4D97-AF65-F5344CB8AC3E}">
        <p14:creationId xmlns:p14="http://schemas.microsoft.com/office/powerpoint/2010/main" val="1504502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F8517-60BC-3B03-2EE9-62ACD0268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09849" cy="1325563"/>
          </a:xfrm>
        </p:spPr>
        <p:txBody>
          <a:bodyPr>
            <a:normAutofit/>
          </a:bodyPr>
          <a:lstStyle/>
          <a:p>
            <a:r>
              <a:rPr lang="fr-FR" dirty="0"/>
              <a:t>Utilisation par type d’utilisateur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9533F580-F943-59B0-4FB1-0B628BD9CFA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8374031"/>
              </p:ext>
            </p:extLst>
          </p:nvPr>
        </p:nvGraphicFramePr>
        <p:xfrm>
          <a:off x="5011946" y="2001328"/>
          <a:ext cx="6341853" cy="41756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A65F5EB6-E971-2ADC-5A14-FD71F03AD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631" y="3211982"/>
            <a:ext cx="477131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membres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représentent la majorité des trajets.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occasionnels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utilisent légèrement plus les vélos classiques.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membres privilégient les trajets courts et fréquents.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EF438F2-4172-4924-C130-370BE3897B3B}"/>
              </a:ext>
            </a:extLst>
          </p:cNvPr>
          <p:cNvSpPr txBox="1"/>
          <p:nvPr/>
        </p:nvSpPr>
        <p:spPr>
          <a:xfrm>
            <a:off x="240631" y="2364560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Analyse</a:t>
            </a:r>
          </a:p>
        </p:txBody>
      </p:sp>
    </p:spTree>
    <p:extLst>
      <p:ext uri="{BB962C8B-B14F-4D97-AF65-F5344CB8AC3E}">
        <p14:creationId xmlns:p14="http://schemas.microsoft.com/office/powerpoint/2010/main" val="3157644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76EAA-5102-FD93-9053-9D8A2960D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6009" y="18255"/>
            <a:ext cx="10515600" cy="1325563"/>
          </a:xfrm>
        </p:spPr>
        <p:txBody>
          <a:bodyPr/>
          <a:lstStyle/>
          <a:p>
            <a:r>
              <a:rPr lang="fr-FR" dirty="0"/>
              <a:t>Durée moyenne &amp; jour préféré</a:t>
            </a:r>
          </a:p>
        </p:txBody>
      </p:sp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1EAA49E0-D5DC-1EE9-6604-8CAD1ABD3D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6879542"/>
              </p:ext>
            </p:extLst>
          </p:nvPr>
        </p:nvGraphicFramePr>
        <p:xfrm>
          <a:off x="4761781" y="1440611"/>
          <a:ext cx="7093402" cy="495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ZoneTexte 19">
            <a:extLst>
              <a:ext uri="{FF2B5EF4-FFF2-40B4-BE49-F238E27FC236}">
                <a16:creationId xmlns:a16="http://schemas.microsoft.com/office/drawing/2014/main" id="{76C0A03B-846F-0EB6-4B2C-910DDAADDDD7}"/>
              </a:ext>
            </a:extLst>
          </p:cNvPr>
          <p:cNvSpPr txBox="1"/>
          <p:nvPr/>
        </p:nvSpPr>
        <p:spPr>
          <a:xfrm>
            <a:off x="3267075" y="6003760"/>
            <a:ext cx="2743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1 = Lundi […] 7 = dimanche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6027A37-7CB0-3625-F5D6-1D7E4BE5B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817" y="2551837"/>
            <a:ext cx="4429423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occasionnels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roulent plus longtemps (≈ 30 min).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membres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roulent surtout en semaine (usage pendulaire).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occasionnels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roulent surtout le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samedi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(usage loisir).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D3AB8A1-F9FC-9692-752D-464B187690BC}"/>
              </a:ext>
            </a:extLst>
          </p:cNvPr>
          <p:cNvSpPr txBox="1"/>
          <p:nvPr/>
        </p:nvSpPr>
        <p:spPr>
          <a:xfrm>
            <a:off x="359247" y="2007950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Synthèse</a:t>
            </a:r>
          </a:p>
        </p:txBody>
      </p:sp>
    </p:spTree>
    <p:extLst>
      <p:ext uri="{BB962C8B-B14F-4D97-AF65-F5344CB8AC3E}">
        <p14:creationId xmlns:p14="http://schemas.microsoft.com/office/powerpoint/2010/main" val="877169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BEC80D-C50F-4467-7EF7-38DDDA42F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 Utilisation selon les mois</a:t>
            </a:r>
          </a:p>
        </p:txBody>
      </p: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4FFD4DC7-C20E-44DE-7320-A815D2EC5C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5223990"/>
              </p:ext>
            </p:extLst>
          </p:nvPr>
        </p:nvGraphicFramePr>
        <p:xfrm>
          <a:off x="4986067" y="2380891"/>
          <a:ext cx="6835483" cy="42871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1AACAE19-76C5-B952-2DA1-4B84B89D06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782" y="3429000"/>
            <a:ext cx="505507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Forte saisonnalité : pic entre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mai et septembre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Juillet–août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période la plus active.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membres restent réguliers toute l’année.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926E256-35A8-CADF-40C9-41BF0E6E197A}"/>
              </a:ext>
            </a:extLst>
          </p:cNvPr>
          <p:cNvSpPr txBox="1"/>
          <p:nvPr/>
        </p:nvSpPr>
        <p:spPr>
          <a:xfrm>
            <a:off x="252322" y="2375178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Tendances</a:t>
            </a:r>
          </a:p>
        </p:txBody>
      </p:sp>
    </p:spTree>
    <p:extLst>
      <p:ext uri="{BB962C8B-B14F-4D97-AF65-F5344CB8AC3E}">
        <p14:creationId xmlns:p14="http://schemas.microsoft.com/office/powerpoint/2010/main" val="2736106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Stations excédentaires / déficitaires</a:t>
            </a:r>
          </a:p>
        </p:txBody>
      </p:sp>
      <p:graphicFrame>
        <p:nvGraphicFramePr>
          <p:cNvPr id="3" name="Graphique 2">
            <a:extLst>
              <a:ext uri="{FF2B5EF4-FFF2-40B4-BE49-F238E27FC236}">
                <a16:creationId xmlns:a16="http://schemas.microsoft.com/office/drawing/2014/main" id="{2D00BB32-DFB3-4316-625B-9686CAA651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3611098"/>
              </p:ext>
            </p:extLst>
          </p:nvPr>
        </p:nvGraphicFramePr>
        <p:xfrm>
          <a:off x="5408762" y="1423359"/>
          <a:ext cx="6651683" cy="58314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358BA8C-629C-EDF4-5F09-B345BF2047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672" y="2828835"/>
            <a:ext cx="51240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Certaines stations sont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saturées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besoin d’optimisation logistique.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D’autres sont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sous-utilisées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repositionnement ou meilleure signalétique.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633B32B-BEBD-80C2-A772-FEAB58AE7870}"/>
              </a:ext>
            </a:extLst>
          </p:cNvPr>
          <p:cNvSpPr txBox="1"/>
          <p:nvPr/>
        </p:nvSpPr>
        <p:spPr>
          <a:xfrm>
            <a:off x="433477" y="2110738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Interprétation</a:t>
            </a:r>
          </a:p>
        </p:txBody>
      </p:sp>
    </p:spTree>
    <p:extLst>
      <p:ext uri="{BB962C8B-B14F-4D97-AF65-F5344CB8AC3E}">
        <p14:creationId xmlns:p14="http://schemas.microsoft.com/office/powerpoint/2010/main" val="2610396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719802-3BD3-D66F-B612-35219F40E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8861"/>
            <a:ext cx="10515600" cy="1325563"/>
          </a:xfrm>
        </p:spPr>
        <p:txBody>
          <a:bodyPr/>
          <a:lstStyle/>
          <a:p>
            <a:r>
              <a:rPr lang="fr-FR" dirty="0"/>
              <a:t>Somme excédents / déficits</a:t>
            </a:r>
            <a:endParaRPr lang="fr-FR" b="1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E9BAAC79-47AE-FD70-6C84-8CECE3D0BD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4693325"/>
              </p:ext>
            </p:extLst>
          </p:nvPr>
        </p:nvGraphicFramePr>
        <p:xfrm>
          <a:off x="6003985" y="1690688"/>
          <a:ext cx="5349815" cy="44949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3DDA54C9-04DC-1259-01FB-356416E77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1924" y="2593063"/>
            <a:ext cx="551228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mois d’été montrent un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déficit important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signe d’un déséquilibre marqué entre stations.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léger excédent de septembre indique un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retour progressif à une utilisation plus homogène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du réseau.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Ces variations confirment la nécessité d’un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rééquilibrage opérationnel renforcé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durant la haute saison.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61E12A-7163-260A-043C-4CF9C5660B61}"/>
              </a:ext>
            </a:extLst>
          </p:cNvPr>
          <p:cNvSpPr txBox="1"/>
          <p:nvPr/>
        </p:nvSpPr>
        <p:spPr>
          <a:xfrm>
            <a:off x="373093" y="1914077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Interprétation</a:t>
            </a:r>
          </a:p>
        </p:txBody>
      </p:sp>
    </p:spTree>
    <p:extLst>
      <p:ext uri="{BB962C8B-B14F-4D97-AF65-F5344CB8AC3E}">
        <p14:creationId xmlns:p14="http://schemas.microsoft.com/office/powerpoint/2010/main" val="3909111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45B50E02-31AE-95A1-F9D0-2D6F2E473A1D}"/>
              </a:ext>
            </a:extLst>
          </p:cNvPr>
          <p:cNvSpPr txBox="1"/>
          <p:nvPr/>
        </p:nvSpPr>
        <p:spPr>
          <a:xfrm>
            <a:off x="597379" y="613277"/>
            <a:ext cx="6094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Conclusion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4266BBB-965C-1C43-0838-4DA65A76C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8022" y="1305346"/>
            <a:ext cx="8895384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membres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constituent le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cœur de l’activité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représentant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64 % des usages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occasionnels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réalisent des trajets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deux fois plus longs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les membres.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occasionnels utilisent principalement le service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 été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et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week‑end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</a:t>
            </a:r>
            <a:endParaRPr lang="fr-FR" altLang="fr-FR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avec des trajets également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deux fois plus longs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vélos électriques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sont légèrement majoritaires,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avec une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tendance à renforcer leur avance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saisonnalité est très marquée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avec un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pic d’activité entre juin et septembre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une </a:t>
            </a:r>
            <a:r>
              <a:rPr kumimoji="0" lang="fr-FR" altLang="fr-F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préférence nette pour le samedi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Certaines stations nécessitent une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optimisation opérationnelle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déséquilibre notable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existe entre stations, nécessitant un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rééquilibrage ciblé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7778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FAC346-84F6-DAEC-94F2-54337784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B43FF76-BE18-3B46-DCA1-CB367C5941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9289" y="2570769"/>
            <a:ext cx="5822831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Renforcer l’offre en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période estivale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Optimiser la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redistribution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des vélos.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Cibler les occasionnels avec des offres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touristiques / week-end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Fidéliser les membres via des </a:t>
            </a:r>
            <a:r>
              <a:rPr kumimoji="0" lang="fr-FR" altLang="fr-F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avantages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Promouvoir les vélos électriques pour améliorer l’expérience.</a:t>
            </a:r>
          </a:p>
        </p:txBody>
      </p:sp>
    </p:spTree>
    <p:extLst>
      <p:ext uri="{BB962C8B-B14F-4D97-AF65-F5344CB8AC3E}">
        <p14:creationId xmlns:p14="http://schemas.microsoft.com/office/powerpoint/2010/main" val="14012697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</TotalTime>
  <Words>456</Words>
  <Application>Microsoft Office PowerPoint</Application>
  <PresentationFormat>Grand écran</PresentationFormat>
  <Paragraphs>79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Sommaire</vt:lpstr>
      <vt:lpstr>Présentation PowerPoint</vt:lpstr>
      <vt:lpstr>Répartition des usages </vt:lpstr>
      <vt:lpstr>Utilisation par type d’utilisateur</vt:lpstr>
      <vt:lpstr>Durée moyenne &amp; jour préféré</vt:lpstr>
      <vt:lpstr> Utilisation selon les mois</vt:lpstr>
      <vt:lpstr>Stations excédentaires / déficitaires</vt:lpstr>
      <vt:lpstr>Somme excédents / déficits</vt:lpstr>
      <vt:lpstr>Présentation PowerPoint</vt:lpstr>
      <vt:lpstr>Recommandations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Loïc CIPRIOTTI</dc:creator>
  <cp:lastModifiedBy>Loïc CIPRIOTTI</cp:lastModifiedBy>
  <cp:revision>24</cp:revision>
  <dcterms:created xsi:type="dcterms:W3CDTF">2026-05-19T15:53:08Z</dcterms:created>
  <dcterms:modified xsi:type="dcterms:W3CDTF">2026-05-25T10:38:19Z</dcterms:modified>
</cp:coreProperties>
</file>