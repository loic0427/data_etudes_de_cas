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21" autoAdjust="0"/>
    <p:restoredTop sz="94660"/>
  </p:normalViewPr>
  <p:slideViewPr>
    <p:cSldViewPr snapToGrid="0">
      <p:cViewPr varScale="1">
        <p:scale>
          <a:sx n="60" d="100"/>
          <a:sy n="60" d="100"/>
        </p:scale>
        <p:origin x="96" y="11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FFD6A35-0214-BE0D-DF7F-8887736A26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78F5BE98-CC9A-B644-0F34-2E85944B00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3C53244-2301-DD63-BE64-9237FF4E38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6EFF5-3DB8-4B94-A762-F3B404AB4CE0}" type="datetimeFigureOut">
              <a:rPr lang="fr-FR" smtClean="0"/>
              <a:t>19/05/2026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5611811-6E57-52EB-3EB7-CD120DC493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07C4487-8F0B-BF3B-C0F9-BA98239BB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C42411-2750-46E7-A0EF-AC0DFBCA4C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995526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EE3C2CC-B12B-BDBC-714C-2C582853D9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199A7C4-5366-25E3-8E4F-624D03EFD2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D37E18C-7AD6-09EC-D96B-8252439E57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6EFF5-3DB8-4B94-A762-F3B404AB4CE0}" type="datetimeFigureOut">
              <a:rPr lang="fr-FR" smtClean="0"/>
              <a:t>19/05/2026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64AE568-3F27-F5EE-5DBF-0FCEDF2CB9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7E54EA9-B978-5810-D2AD-D7FAC30AEA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C42411-2750-46E7-A0EF-AC0DFBCA4C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917052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71018FF-DBB2-1ACF-C6BE-28B9565254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95E5E8D-ECD3-FF65-D01E-AFD0A167A5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36DB652-9467-9CBF-D382-F257C5D49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6EFF5-3DB8-4B94-A762-F3B404AB4CE0}" type="datetimeFigureOut">
              <a:rPr lang="fr-FR" smtClean="0"/>
              <a:t>19/05/2026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5C010B2-5414-6251-20B7-69A6D2E38C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EFB738C-FB4A-855D-8A2C-F1E0041B0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C42411-2750-46E7-A0EF-AC0DFBCA4C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000348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777C07-2138-49A6-D38C-11AA685BC2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84FC1C7-5BEF-EB41-7476-87BE8849D6D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BF4A6223-FE49-2E20-C15E-51A9ADCBA3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78903A1-DA22-594A-66A9-0887E9F0F2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6EFF5-3DB8-4B94-A762-F3B404AB4CE0}" type="datetimeFigureOut">
              <a:rPr lang="fr-FR" smtClean="0"/>
              <a:t>19/05/2026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FD10E0D-60CC-2102-FD77-2B873CAFA7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A6425AC-9CB1-7829-E131-21D235DFF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C42411-2750-46E7-A0EF-AC0DFBCA4C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42221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4101A56-642B-38F9-E77D-7957E15CF6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F1ED2BA-47CC-5601-96CD-8576A8FA81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F6C38F0E-9BB8-D75B-9F3F-EFDC71FB30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0F2FE9D3-5193-8927-D769-B647FFABF6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89A587C1-709F-A3DB-5B22-DF6C87E96D6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8C27CB30-4603-8E02-4D83-AA36476117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6EFF5-3DB8-4B94-A762-F3B404AB4CE0}" type="datetimeFigureOut">
              <a:rPr lang="fr-FR" smtClean="0"/>
              <a:t>19/05/2026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0D557E14-F3FF-B290-2121-E80C65FBE2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E53DFE9C-BFE7-34A0-ECE8-606C007670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C42411-2750-46E7-A0EF-AC0DFBCA4C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443389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E4F8468-FD16-F58C-ABEC-AA2DE67CA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E6AAA996-3166-C03D-24CE-BAE46E4966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6EFF5-3DB8-4B94-A762-F3B404AB4CE0}" type="datetimeFigureOut">
              <a:rPr lang="fr-FR" smtClean="0"/>
              <a:t>19/05/2026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4A56587-063E-EF3C-E6C4-AF937A96DC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AF349EB4-D733-2222-AB4C-2C83C7984E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C42411-2750-46E7-A0EF-AC0DFBCA4C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491976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BFF01751-7503-1071-DDBE-2AECFA8D7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6EFF5-3DB8-4B94-A762-F3B404AB4CE0}" type="datetimeFigureOut">
              <a:rPr lang="fr-FR" smtClean="0"/>
              <a:t>19/05/2026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91B732D2-065F-B5F7-7CBD-3EB3BF7EAB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4F1E75F-6BC6-4F9B-DA86-7FF54A7AA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C42411-2750-46E7-A0EF-AC0DFBCA4C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69542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5C8C1AB-FE6D-025F-4319-3E9326B74D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1F0B31D-B147-EC72-1DB6-711CC544A5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530AE297-2C4C-51C4-5B77-42F33BFD2B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ADD69AA5-BCD9-AA14-280D-4C200BA33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6EFF5-3DB8-4B94-A762-F3B404AB4CE0}" type="datetimeFigureOut">
              <a:rPr lang="fr-FR" smtClean="0"/>
              <a:t>19/05/2026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7EC31D4-BC65-AF79-6AEF-2958402742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A4EC177-1260-6080-56AB-36C617521A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C42411-2750-46E7-A0EF-AC0DFBCA4C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278054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A65C82D-E190-B7A5-BBC6-C180F67F40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BB5D4205-36A9-538C-6140-8D1544F627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14179F52-5930-3658-6DFB-17E90E1EB0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4410B84-9843-859B-7044-AE5FFBFCFD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6EFF5-3DB8-4B94-A762-F3B404AB4CE0}" type="datetimeFigureOut">
              <a:rPr lang="fr-FR" smtClean="0"/>
              <a:t>19/05/2026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178A7D7-F7F8-5317-B8A0-0C9E8BC689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EFC9ECB-9F6B-BA31-E397-1E57B87A1F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C42411-2750-46E7-A0EF-AC0DFBCA4C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786934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3BD9E80-2C88-CDA1-9B3D-C604521EC6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7419EE2B-63D6-2959-1300-C6494A6D95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2C22BBF-A0F0-F61D-7161-1AA5483688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6EFF5-3DB8-4B94-A762-F3B404AB4CE0}" type="datetimeFigureOut">
              <a:rPr lang="fr-FR" smtClean="0"/>
              <a:t>19/05/2026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F795C12-172B-C0D1-C864-7B2666CAC2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2E1C6BC-AA5D-96EB-D4E6-2809E433F7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C42411-2750-46E7-A0EF-AC0DFBCA4C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686982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AA5D28B6-B0B9-C5F0-FB95-7982E204986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A5C0D28-3A21-B50C-FBDF-6DE75F286A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00A88A8-5325-81D5-A975-576BA29E1F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6EFF5-3DB8-4B94-A762-F3B404AB4CE0}" type="datetimeFigureOut">
              <a:rPr lang="fr-FR" smtClean="0"/>
              <a:t>19/05/2026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7CA0335-40D8-B09D-7622-845A58A904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85FB3C0-CAE4-7FF3-AF43-F803785C13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C42411-2750-46E7-A0EF-AC0DFBCA4C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425967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15F90DB3-5B11-3BD1-075E-AE680C2ED6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996D788-44CE-D208-192D-807EF853D0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4288EAA-B955-C316-844F-A56FD930BC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346EFF5-3DB8-4B94-A762-F3B404AB4CE0}" type="datetimeFigureOut">
              <a:rPr lang="fr-FR" smtClean="0"/>
              <a:t>19/05/2026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D625966-DBA0-D2FA-2C01-21088A56C9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49C9DD9-2B80-3819-937D-22F9012427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C42411-2750-46E7-A0EF-AC0DFBCA4C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446865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2F559AC-1DCE-08E6-B688-C9110E1214B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Vélo en libre service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42E28E5E-1C8E-22C4-B54B-1A627BA4966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dirty="0"/>
              <a:t>Présenté par CIPRIOTTI LOIC </a:t>
            </a:r>
          </a:p>
          <a:p>
            <a:r>
              <a:rPr lang="fr-FR"/>
              <a:t>Le 16 Mai 2026</a:t>
            </a:r>
          </a:p>
        </p:txBody>
      </p:sp>
    </p:spTree>
    <p:extLst>
      <p:ext uri="{BB962C8B-B14F-4D97-AF65-F5344CB8AC3E}">
        <p14:creationId xmlns:p14="http://schemas.microsoft.com/office/powerpoint/2010/main" val="3422585109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</Words>
  <Application>Microsoft Office PowerPoint</Application>
  <PresentationFormat>Grand écran</PresentationFormat>
  <Paragraphs>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Thème Office</vt:lpstr>
      <vt:lpstr>Vélo en libre service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Loïc CIPRIOTTI</dc:creator>
  <cp:lastModifiedBy>Loïc CIPRIOTTI</cp:lastModifiedBy>
  <cp:revision>1</cp:revision>
  <dcterms:created xsi:type="dcterms:W3CDTF">2026-05-19T15:53:08Z</dcterms:created>
  <dcterms:modified xsi:type="dcterms:W3CDTF">2026-05-19T15:53:55Z</dcterms:modified>
</cp:coreProperties>
</file>