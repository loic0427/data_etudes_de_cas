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FD6A35-0214-BE0D-DF7F-8887736A2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F5BE98-CC9A-B644-0F34-2E85944B0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53244-2301-DD63-BE64-9237FF4E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611811-6E57-52EB-3EB7-CD120DC4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C4487-8F0B-BF3B-C0F9-BA98239B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55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3C2CC-B12B-BDBC-714C-2C582853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99A7C4-5366-25E3-8E4F-624D03EFD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37E18C-7AD6-09EC-D96B-8252439E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4AE568-3F27-F5EE-5DBF-0FCEDF2C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E54EA9-B978-5810-D2AD-D7FAC30A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70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1018FF-DBB2-1ACF-C6BE-28B95652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5E5E8D-ECD3-FF65-D01E-AFD0A167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6DB652-9467-9CBF-D382-F257C5D4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010B2-5414-6251-20B7-69A6D2E3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FB738C-FB4A-855D-8A2C-F1E0041B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03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77C07-2138-49A6-D38C-11AA685B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4FC1C7-5BEF-EB41-7476-87BE8849D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4A6223-FE49-2E20-C15E-51A9ADCBA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8903A1-DA22-594A-66A9-0887E9F0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D10E0D-60CC-2102-FD77-2B873CA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6425AC-9CB1-7829-E131-21D235DF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22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01A56-642B-38F9-E77D-7957E15C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1ED2BA-47CC-5601-96CD-8576A8FA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38F0E-9BB8-D75B-9F3F-EFDC71FB3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2FE9D3-5193-8927-D769-B647FFABF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A587C1-709F-A3DB-5B22-DF6C87E96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27CB30-4603-8E02-4D83-AA364761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557E14-F3FF-B290-2121-E80C65FB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53DFE9C-BFE7-34A0-ECE8-606C0076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33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4F8468-FD16-F58C-ABEC-AA2DE67C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6AAA996-3166-C03D-24CE-BAE46E49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4A56587-063E-EF3C-E6C4-AF937A96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349EB4-D733-2222-AB4C-2C83C798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19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FF01751-7503-1071-DDBE-2AECFA8D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B732D2-065F-B5F7-7CBD-3EB3BF7E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1E75F-6BC6-4F9B-DA86-7FF54A7A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5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8C1AB-FE6D-025F-4319-3E9326B7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0B31D-B147-EC72-1DB6-711CC544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0AE297-2C4C-51C4-5B77-42F33BFD2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D69AA5-BCD9-AA14-280D-4C200BA3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EC31D4-BC65-AF79-6AEF-29584027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4EC177-1260-6080-56AB-36C61752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805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65C82D-E190-B7A5-BBC6-C180F67F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B5D4205-36A9-538C-6140-8D1544F62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179F52-5930-3658-6DFB-17E90E1EB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10B84-9843-859B-7044-AE5FFBFC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78A7D7-F7F8-5317-B8A0-0C9E8BC6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FC9ECB-9F6B-BA31-E397-1E57B87A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69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D9E80-2C88-CDA1-9B3D-C604521E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19EE2B-63D6-2959-1300-C6494A6D9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C22BBF-A0F0-F61D-7161-1AA54836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795C12-172B-C0D1-C864-7B2666CA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E1C6BC-AA5D-96EB-D4E6-2809E433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69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5D28B6-B0B9-C5F0-FB95-7982E2049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C0D28-3A21-B50C-FBDF-6DE75F286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A88A8-5325-81D5-A975-576BA29E1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CA0335-40D8-B09D-7622-845A58A9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5FB3C0-CAE4-7FF3-AF43-F803785C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59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F90DB3-5B11-3BD1-075E-AE680C2ED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96D788-44CE-D208-192D-807EF853D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288EAA-B955-C316-844F-A56FD930B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6EFF5-3DB8-4B94-A762-F3B404AB4CE0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625966-DBA0-D2FA-2C01-21088A56C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9C9DD9-2B80-3819-937D-22F901242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42411-2750-46E7-A0EF-AC0DFBCA4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68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559AC-1DCE-08E6-B688-C9110E121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Vélo en libre service </a:t>
            </a:r>
            <a:r>
              <a:rPr lang="fr-FR" dirty="0" err="1"/>
              <a:t>Cyclistic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2E28E5E-1C8E-22C4-B54B-1A627BA49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Présenté par CIPRIOTTI LOIC </a:t>
            </a:r>
          </a:p>
          <a:p>
            <a:r>
              <a:rPr lang="fr-FR" dirty="0"/>
              <a:t>Le 16 Mai 2026</a:t>
            </a:r>
          </a:p>
        </p:txBody>
      </p:sp>
    </p:spTree>
    <p:extLst>
      <p:ext uri="{BB962C8B-B14F-4D97-AF65-F5344CB8AC3E}">
        <p14:creationId xmlns:p14="http://schemas.microsoft.com/office/powerpoint/2010/main" val="342258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89F1D-A246-79CB-8F6D-9513EC54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AA23CF-3276-8ED5-8D5E-E9EDD6361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98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DD1AE-2DDB-8EA7-AFEC-9BB65EBD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203E8-A09C-5D51-4248-9ACC8D450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83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DC683-7A8A-B7EE-2FEE-67C04E3F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F3B2C7-9BF6-16E5-1F62-DA8B1E781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146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86E37-5D2C-0BF6-676B-4D1BCEB1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EEF60-9E27-91D9-3463-4B63EB624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45027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</Words>
  <Application>Microsoft Office PowerPoint</Application>
  <PresentationFormat>Grand écran</PresentationFormat>
  <Paragraphs>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Vélo en libre service Cyclistic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Loïc CIPRIOTTI</dc:creator>
  <cp:lastModifiedBy>Loïc CIPRIOTTI</cp:lastModifiedBy>
  <cp:revision>2</cp:revision>
  <dcterms:created xsi:type="dcterms:W3CDTF">2026-05-19T15:53:08Z</dcterms:created>
  <dcterms:modified xsi:type="dcterms:W3CDTF">2026-05-19T18:33:00Z</dcterms:modified>
</cp:coreProperties>
</file>